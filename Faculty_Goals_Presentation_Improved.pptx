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5DF0D0C-CEF7-4722-98D1-1BEB0C0D4FC9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2547C1A-514B-45C7-9FF7-5EA61F507159}">
      <dgm:prSet/>
      <dgm:spPr/>
      <dgm:t>
        <a:bodyPr/>
        <a:lstStyle/>
        <a:p>
          <a:pPr>
            <a:defRPr cap="all"/>
          </a:pPr>
          <a:r>
            <a:rPr lang="en-US"/>
            <a:t>Track faculty goals</a:t>
          </a:r>
        </a:p>
      </dgm:t>
    </dgm:pt>
    <dgm:pt modelId="{30ECB24A-214B-4AAA-9834-193C82EE5E56}" type="parTrans" cxnId="{9DD25AEA-5414-45A9-906A-DABC1763B5E7}">
      <dgm:prSet/>
      <dgm:spPr/>
      <dgm:t>
        <a:bodyPr/>
        <a:lstStyle/>
        <a:p>
          <a:endParaRPr lang="en-US"/>
        </a:p>
      </dgm:t>
    </dgm:pt>
    <dgm:pt modelId="{C9616084-D16A-4E7C-A729-752C3E2DDF73}" type="sibTrans" cxnId="{9DD25AEA-5414-45A9-906A-DABC1763B5E7}">
      <dgm:prSet/>
      <dgm:spPr/>
      <dgm:t>
        <a:bodyPr/>
        <a:lstStyle/>
        <a:p>
          <a:endParaRPr lang="en-US"/>
        </a:p>
      </dgm:t>
    </dgm:pt>
    <dgm:pt modelId="{F4DA465B-BDB3-46E5-B8F4-C498046C24C6}">
      <dgm:prSet/>
      <dgm:spPr/>
      <dgm:t>
        <a:bodyPr/>
        <a:lstStyle/>
        <a:p>
          <a:pPr>
            <a:defRPr cap="all"/>
          </a:pPr>
          <a:r>
            <a:rPr lang="en-US"/>
            <a:t>Monitor progress updates</a:t>
          </a:r>
        </a:p>
      </dgm:t>
    </dgm:pt>
    <dgm:pt modelId="{424BE229-B1DD-431B-88DA-E960D5E4228F}" type="parTrans" cxnId="{53EE747B-A90E-4883-83B1-49E65EBD3D60}">
      <dgm:prSet/>
      <dgm:spPr/>
      <dgm:t>
        <a:bodyPr/>
        <a:lstStyle/>
        <a:p>
          <a:endParaRPr lang="en-US"/>
        </a:p>
      </dgm:t>
    </dgm:pt>
    <dgm:pt modelId="{859D0986-1286-4C1F-B2AE-396C31D143C6}" type="sibTrans" cxnId="{53EE747B-A90E-4883-83B1-49E65EBD3D60}">
      <dgm:prSet/>
      <dgm:spPr/>
      <dgm:t>
        <a:bodyPr/>
        <a:lstStyle/>
        <a:p>
          <a:endParaRPr lang="en-US"/>
        </a:p>
      </dgm:t>
    </dgm:pt>
    <dgm:pt modelId="{02BE92F4-1335-4775-A348-A2E2B4E5E9C6}">
      <dgm:prSet/>
      <dgm:spPr/>
      <dgm:t>
        <a:bodyPr/>
        <a:lstStyle/>
        <a:p>
          <a:pPr>
            <a:defRPr cap="all"/>
          </a:pPr>
          <a:r>
            <a:rPr lang="en-US"/>
            <a:t>Generate structured reports</a:t>
          </a:r>
        </a:p>
      </dgm:t>
    </dgm:pt>
    <dgm:pt modelId="{21673D5B-A8CC-4C4E-A8CF-9003562E073E}" type="parTrans" cxnId="{C27DEDA8-346D-4093-B01B-89FE580F66FA}">
      <dgm:prSet/>
      <dgm:spPr/>
      <dgm:t>
        <a:bodyPr/>
        <a:lstStyle/>
        <a:p>
          <a:endParaRPr lang="en-US"/>
        </a:p>
      </dgm:t>
    </dgm:pt>
    <dgm:pt modelId="{65B5A7B0-D346-42AB-9696-590C9CDA04FD}" type="sibTrans" cxnId="{C27DEDA8-346D-4093-B01B-89FE580F66FA}">
      <dgm:prSet/>
      <dgm:spPr/>
      <dgm:t>
        <a:bodyPr/>
        <a:lstStyle/>
        <a:p>
          <a:endParaRPr lang="en-US"/>
        </a:p>
      </dgm:t>
    </dgm:pt>
    <dgm:pt modelId="{71E727EB-0FBE-4E82-8083-E8728AED98FA}" type="pres">
      <dgm:prSet presAssocID="{C5DF0D0C-CEF7-4722-98D1-1BEB0C0D4FC9}" presName="root" presStyleCnt="0">
        <dgm:presLayoutVars>
          <dgm:dir/>
          <dgm:resizeHandles val="exact"/>
        </dgm:presLayoutVars>
      </dgm:prSet>
      <dgm:spPr/>
    </dgm:pt>
    <dgm:pt modelId="{90547297-A8D9-4D55-832A-8BB40B54290D}" type="pres">
      <dgm:prSet presAssocID="{B2547C1A-514B-45C7-9FF7-5EA61F507159}" presName="compNode" presStyleCnt="0"/>
      <dgm:spPr/>
    </dgm:pt>
    <dgm:pt modelId="{92CC41C6-AB56-4FB4-92B0-4E1ADC2B48BA}" type="pres">
      <dgm:prSet presAssocID="{B2547C1A-514B-45C7-9FF7-5EA61F507159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9D31B03-3487-45CA-8441-BD6C23AA9121}" type="pres">
      <dgm:prSet presAssocID="{B2547C1A-514B-45C7-9FF7-5EA61F50715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8B72389-1C74-47D2-993B-D82B50982DF8}" type="pres">
      <dgm:prSet presAssocID="{B2547C1A-514B-45C7-9FF7-5EA61F507159}" presName="spaceRect" presStyleCnt="0"/>
      <dgm:spPr/>
    </dgm:pt>
    <dgm:pt modelId="{5A2A10A8-962C-4DCB-A056-449B12E1E408}" type="pres">
      <dgm:prSet presAssocID="{B2547C1A-514B-45C7-9FF7-5EA61F507159}" presName="textRect" presStyleLbl="revTx" presStyleIdx="0" presStyleCnt="3">
        <dgm:presLayoutVars>
          <dgm:chMax val="1"/>
          <dgm:chPref val="1"/>
        </dgm:presLayoutVars>
      </dgm:prSet>
      <dgm:spPr/>
    </dgm:pt>
    <dgm:pt modelId="{9C4E471D-C395-48EB-A9A5-756846DEE0D2}" type="pres">
      <dgm:prSet presAssocID="{C9616084-D16A-4E7C-A729-752C3E2DDF73}" presName="sibTrans" presStyleCnt="0"/>
      <dgm:spPr/>
    </dgm:pt>
    <dgm:pt modelId="{AA8DD897-412E-4F3D-955E-A0DA0F4CAA93}" type="pres">
      <dgm:prSet presAssocID="{F4DA465B-BDB3-46E5-B8F4-C498046C24C6}" presName="compNode" presStyleCnt="0"/>
      <dgm:spPr/>
    </dgm:pt>
    <dgm:pt modelId="{6004F209-17F7-4EB6-ADC0-4C25F84B1F4E}" type="pres">
      <dgm:prSet presAssocID="{F4DA465B-BDB3-46E5-B8F4-C498046C24C6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9B4294C2-3C37-4A0B-9063-89FD95157B7D}" type="pres">
      <dgm:prSet presAssocID="{F4DA465B-BDB3-46E5-B8F4-C498046C24C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3643D67-96D9-42F0-9F6E-14B29E6BBA1E}" type="pres">
      <dgm:prSet presAssocID="{F4DA465B-BDB3-46E5-B8F4-C498046C24C6}" presName="spaceRect" presStyleCnt="0"/>
      <dgm:spPr/>
    </dgm:pt>
    <dgm:pt modelId="{AF6CE8D3-7425-4D04-A292-30808F406F15}" type="pres">
      <dgm:prSet presAssocID="{F4DA465B-BDB3-46E5-B8F4-C498046C24C6}" presName="textRect" presStyleLbl="revTx" presStyleIdx="1" presStyleCnt="3">
        <dgm:presLayoutVars>
          <dgm:chMax val="1"/>
          <dgm:chPref val="1"/>
        </dgm:presLayoutVars>
      </dgm:prSet>
      <dgm:spPr/>
    </dgm:pt>
    <dgm:pt modelId="{C5704914-DACF-4B21-B334-4CA899C84EAA}" type="pres">
      <dgm:prSet presAssocID="{859D0986-1286-4C1F-B2AE-396C31D143C6}" presName="sibTrans" presStyleCnt="0"/>
      <dgm:spPr/>
    </dgm:pt>
    <dgm:pt modelId="{B4849EBA-101C-4DF6-8C8A-7843D1001D75}" type="pres">
      <dgm:prSet presAssocID="{02BE92F4-1335-4775-A348-A2E2B4E5E9C6}" presName="compNode" presStyleCnt="0"/>
      <dgm:spPr/>
    </dgm:pt>
    <dgm:pt modelId="{19BE025C-BE85-4890-B673-C4C76C9304C8}" type="pres">
      <dgm:prSet presAssocID="{02BE92F4-1335-4775-A348-A2E2B4E5E9C6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319F64A-1C4A-4DA4-9776-F62FF72536FA}" type="pres">
      <dgm:prSet presAssocID="{02BE92F4-1335-4775-A348-A2E2B4E5E9C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06358800-98E1-4B09-9D70-AF04FC525EF3}" type="pres">
      <dgm:prSet presAssocID="{02BE92F4-1335-4775-A348-A2E2B4E5E9C6}" presName="spaceRect" presStyleCnt="0"/>
      <dgm:spPr/>
    </dgm:pt>
    <dgm:pt modelId="{F2C9A0F4-D289-43F7-AF14-E00478BD9A9C}" type="pres">
      <dgm:prSet presAssocID="{02BE92F4-1335-4775-A348-A2E2B4E5E9C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68D1E0D-346A-4498-BA75-E7B2464AFA45}" type="presOf" srcId="{F4DA465B-BDB3-46E5-B8F4-C498046C24C6}" destId="{AF6CE8D3-7425-4D04-A292-30808F406F15}" srcOrd="0" destOrd="0" presId="urn:microsoft.com/office/officeart/2018/5/layout/IconLeafLabelList"/>
    <dgm:cxn modelId="{53EE747B-A90E-4883-83B1-49E65EBD3D60}" srcId="{C5DF0D0C-CEF7-4722-98D1-1BEB0C0D4FC9}" destId="{F4DA465B-BDB3-46E5-B8F4-C498046C24C6}" srcOrd="1" destOrd="0" parTransId="{424BE229-B1DD-431B-88DA-E960D5E4228F}" sibTransId="{859D0986-1286-4C1F-B2AE-396C31D143C6}"/>
    <dgm:cxn modelId="{B2EC71A1-537B-4879-BBB2-579A2B6A80CE}" type="presOf" srcId="{02BE92F4-1335-4775-A348-A2E2B4E5E9C6}" destId="{F2C9A0F4-D289-43F7-AF14-E00478BD9A9C}" srcOrd="0" destOrd="0" presId="urn:microsoft.com/office/officeart/2018/5/layout/IconLeafLabelList"/>
    <dgm:cxn modelId="{C27DEDA8-346D-4093-B01B-89FE580F66FA}" srcId="{C5DF0D0C-CEF7-4722-98D1-1BEB0C0D4FC9}" destId="{02BE92F4-1335-4775-A348-A2E2B4E5E9C6}" srcOrd="2" destOrd="0" parTransId="{21673D5B-A8CC-4C4E-A8CF-9003562E073E}" sibTransId="{65B5A7B0-D346-42AB-9696-590C9CDA04FD}"/>
    <dgm:cxn modelId="{44B7E1B5-4F9F-481C-941F-C34B7DD68692}" type="presOf" srcId="{B2547C1A-514B-45C7-9FF7-5EA61F507159}" destId="{5A2A10A8-962C-4DCB-A056-449B12E1E408}" srcOrd="0" destOrd="0" presId="urn:microsoft.com/office/officeart/2018/5/layout/IconLeafLabelList"/>
    <dgm:cxn modelId="{D0BC10C6-B55B-4417-B148-70976060B5C3}" type="presOf" srcId="{C5DF0D0C-CEF7-4722-98D1-1BEB0C0D4FC9}" destId="{71E727EB-0FBE-4E82-8083-E8728AED98FA}" srcOrd="0" destOrd="0" presId="urn:microsoft.com/office/officeart/2018/5/layout/IconLeafLabelList"/>
    <dgm:cxn modelId="{9DD25AEA-5414-45A9-906A-DABC1763B5E7}" srcId="{C5DF0D0C-CEF7-4722-98D1-1BEB0C0D4FC9}" destId="{B2547C1A-514B-45C7-9FF7-5EA61F507159}" srcOrd="0" destOrd="0" parTransId="{30ECB24A-214B-4AAA-9834-193C82EE5E56}" sibTransId="{C9616084-D16A-4E7C-A729-752C3E2DDF73}"/>
    <dgm:cxn modelId="{132D9E6A-6845-49D6-A884-E2C410B7C2EA}" type="presParOf" srcId="{71E727EB-0FBE-4E82-8083-E8728AED98FA}" destId="{90547297-A8D9-4D55-832A-8BB40B54290D}" srcOrd="0" destOrd="0" presId="urn:microsoft.com/office/officeart/2018/5/layout/IconLeafLabelList"/>
    <dgm:cxn modelId="{7ED91328-41CF-4E3A-9774-57E6FC73E518}" type="presParOf" srcId="{90547297-A8D9-4D55-832A-8BB40B54290D}" destId="{92CC41C6-AB56-4FB4-92B0-4E1ADC2B48BA}" srcOrd="0" destOrd="0" presId="urn:microsoft.com/office/officeart/2018/5/layout/IconLeafLabelList"/>
    <dgm:cxn modelId="{0BB3FAEC-1B40-4D51-82DF-53734378210B}" type="presParOf" srcId="{90547297-A8D9-4D55-832A-8BB40B54290D}" destId="{49D31B03-3487-45CA-8441-BD6C23AA9121}" srcOrd="1" destOrd="0" presId="urn:microsoft.com/office/officeart/2018/5/layout/IconLeafLabelList"/>
    <dgm:cxn modelId="{CA2D3A99-B7BE-479F-ADF5-F2F7082E5DB4}" type="presParOf" srcId="{90547297-A8D9-4D55-832A-8BB40B54290D}" destId="{F8B72389-1C74-47D2-993B-D82B50982DF8}" srcOrd="2" destOrd="0" presId="urn:microsoft.com/office/officeart/2018/5/layout/IconLeafLabelList"/>
    <dgm:cxn modelId="{B5A3EF02-E0F0-46D5-8236-61393627219F}" type="presParOf" srcId="{90547297-A8D9-4D55-832A-8BB40B54290D}" destId="{5A2A10A8-962C-4DCB-A056-449B12E1E408}" srcOrd="3" destOrd="0" presId="urn:microsoft.com/office/officeart/2018/5/layout/IconLeafLabelList"/>
    <dgm:cxn modelId="{4DE2EB01-81CF-4AC1-A4D7-1FC36B030A90}" type="presParOf" srcId="{71E727EB-0FBE-4E82-8083-E8728AED98FA}" destId="{9C4E471D-C395-48EB-A9A5-756846DEE0D2}" srcOrd="1" destOrd="0" presId="urn:microsoft.com/office/officeart/2018/5/layout/IconLeafLabelList"/>
    <dgm:cxn modelId="{5298CF59-38CB-4EEB-AC55-E9B95B12186B}" type="presParOf" srcId="{71E727EB-0FBE-4E82-8083-E8728AED98FA}" destId="{AA8DD897-412E-4F3D-955E-A0DA0F4CAA93}" srcOrd="2" destOrd="0" presId="urn:microsoft.com/office/officeart/2018/5/layout/IconLeafLabelList"/>
    <dgm:cxn modelId="{FD7F308B-DDF0-4E9E-9D1A-D8B26F7B1CFF}" type="presParOf" srcId="{AA8DD897-412E-4F3D-955E-A0DA0F4CAA93}" destId="{6004F209-17F7-4EB6-ADC0-4C25F84B1F4E}" srcOrd="0" destOrd="0" presId="urn:microsoft.com/office/officeart/2018/5/layout/IconLeafLabelList"/>
    <dgm:cxn modelId="{AFCF58DC-FD00-4B93-97BF-F2C16DA5EACE}" type="presParOf" srcId="{AA8DD897-412E-4F3D-955E-A0DA0F4CAA93}" destId="{9B4294C2-3C37-4A0B-9063-89FD95157B7D}" srcOrd="1" destOrd="0" presId="urn:microsoft.com/office/officeart/2018/5/layout/IconLeafLabelList"/>
    <dgm:cxn modelId="{D5E15724-9611-4242-8DDE-1661BD3254C2}" type="presParOf" srcId="{AA8DD897-412E-4F3D-955E-A0DA0F4CAA93}" destId="{B3643D67-96D9-42F0-9F6E-14B29E6BBA1E}" srcOrd="2" destOrd="0" presId="urn:microsoft.com/office/officeart/2018/5/layout/IconLeafLabelList"/>
    <dgm:cxn modelId="{612BFD94-43CD-4FA3-9F54-1D26F9A2DFA1}" type="presParOf" srcId="{AA8DD897-412E-4F3D-955E-A0DA0F4CAA93}" destId="{AF6CE8D3-7425-4D04-A292-30808F406F15}" srcOrd="3" destOrd="0" presId="urn:microsoft.com/office/officeart/2018/5/layout/IconLeafLabelList"/>
    <dgm:cxn modelId="{B34D8458-F12E-4DFA-8C6E-71C0A0304574}" type="presParOf" srcId="{71E727EB-0FBE-4E82-8083-E8728AED98FA}" destId="{C5704914-DACF-4B21-B334-4CA899C84EAA}" srcOrd="3" destOrd="0" presId="urn:microsoft.com/office/officeart/2018/5/layout/IconLeafLabelList"/>
    <dgm:cxn modelId="{A1F71A57-988D-43D8-92E0-1D7A9514675F}" type="presParOf" srcId="{71E727EB-0FBE-4E82-8083-E8728AED98FA}" destId="{B4849EBA-101C-4DF6-8C8A-7843D1001D75}" srcOrd="4" destOrd="0" presId="urn:microsoft.com/office/officeart/2018/5/layout/IconLeafLabelList"/>
    <dgm:cxn modelId="{A1256585-3D13-4A29-9CA1-4AB967A14F19}" type="presParOf" srcId="{B4849EBA-101C-4DF6-8C8A-7843D1001D75}" destId="{19BE025C-BE85-4890-B673-C4C76C9304C8}" srcOrd="0" destOrd="0" presId="urn:microsoft.com/office/officeart/2018/5/layout/IconLeafLabelList"/>
    <dgm:cxn modelId="{3064CFE5-F63D-44E5-9C3A-3E7C67382859}" type="presParOf" srcId="{B4849EBA-101C-4DF6-8C8A-7843D1001D75}" destId="{F319F64A-1C4A-4DA4-9776-F62FF72536FA}" srcOrd="1" destOrd="0" presId="urn:microsoft.com/office/officeart/2018/5/layout/IconLeafLabelList"/>
    <dgm:cxn modelId="{8CB77F00-DA19-459A-9949-361AA109F350}" type="presParOf" srcId="{B4849EBA-101C-4DF6-8C8A-7843D1001D75}" destId="{06358800-98E1-4B09-9D70-AF04FC525EF3}" srcOrd="2" destOrd="0" presId="urn:microsoft.com/office/officeart/2018/5/layout/IconLeafLabelList"/>
    <dgm:cxn modelId="{5A4202FC-E0E6-4491-9BF2-8FA042B043EB}" type="presParOf" srcId="{B4849EBA-101C-4DF6-8C8A-7843D1001D75}" destId="{F2C9A0F4-D289-43F7-AF14-E00478BD9A9C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A36F0F-AB29-4E16-A554-5AD86962F82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6B6C3F8-74B4-46A0-B438-3ED9BF034B5F}">
      <dgm:prSet/>
      <dgm:spPr/>
      <dgm:t>
        <a:bodyPr/>
        <a:lstStyle/>
        <a:p>
          <a:r>
            <a:rPr lang="en-US"/>
            <a:t>No centralized system</a:t>
          </a:r>
        </a:p>
      </dgm:t>
    </dgm:pt>
    <dgm:pt modelId="{9C0BCE1F-7E0D-4B9B-B191-5E782CBC8DBB}" type="parTrans" cxnId="{52E46E18-3242-403C-9E6F-47A17B4E1936}">
      <dgm:prSet/>
      <dgm:spPr/>
      <dgm:t>
        <a:bodyPr/>
        <a:lstStyle/>
        <a:p>
          <a:endParaRPr lang="en-US"/>
        </a:p>
      </dgm:t>
    </dgm:pt>
    <dgm:pt modelId="{1D79B25B-372A-45C9-B6FA-4901C380EF80}" type="sibTrans" cxnId="{52E46E18-3242-403C-9E6F-47A17B4E1936}">
      <dgm:prSet/>
      <dgm:spPr/>
      <dgm:t>
        <a:bodyPr/>
        <a:lstStyle/>
        <a:p>
          <a:endParaRPr lang="en-US"/>
        </a:p>
      </dgm:t>
    </dgm:pt>
    <dgm:pt modelId="{3AF47871-40FF-4A80-8F0B-3FE95FF6E01C}">
      <dgm:prSet/>
      <dgm:spPr/>
      <dgm:t>
        <a:bodyPr/>
        <a:lstStyle/>
        <a:p>
          <a:r>
            <a:rPr lang="en-US"/>
            <a:t>Difficult to track progress</a:t>
          </a:r>
        </a:p>
      </dgm:t>
    </dgm:pt>
    <dgm:pt modelId="{56449551-15DF-4C61-BAA5-90C7B120FEF4}" type="parTrans" cxnId="{B7594C58-67E1-4D28-8CF7-CD0B9FD84ED8}">
      <dgm:prSet/>
      <dgm:spPr/>
      <dgm:t>
        <a:bodyPr/>
        <a:lstStyle/>
        <a:p>
          <a:endParaRPr lang="en-US"/>
        </a:p>
      </dgm:t>
    </dgm:pt>
    <dgm:pt modelId="{547EA522-708B-4CA4-8052-5F9AE1E17372}" type="sibTrans" cxnId="{B7594C58-67E1-4D28-8CF7-CD0B9FD84ED8}">
      <dgm:prSet/>
      <dgm:spPr/>
      <dgm:t>
        <a:bodyPr/>
        <a:lstStyle/>
        <a:p>
          <a:endParaRPr lang="en-US"/>
        </a:p>
      </dgm:t>
    </dgm:pt>
    <dgm:pt modelId="{C25B7200-95BA-418B-A308-E470C558899A}">
      <dgm:prSet/>
      <dgm:spPr/>
      <dgm:t>
        <a:bodyPr/>
        <a:lstStyle/>
        <a:p>
          <a:r>
            <a:rPr lang="en-US"/>
            <a:t>Lack of structured data</a:t>
          </a:r>
        </a:p>
      </dgm:t>
    </dgm:pt>
    <dgm:pt modelId="{005757BB-877B-4A72-8510-2EBCC0774BE2}" type="parTrans" cxnId="{CD67AA77-3788-4AE9-AF5A-F231E6D4A27F}">
      <dgm:prSet/>
      <dgm:spPr/>
      <dgm:t>
        <a:bodyPr/>
        <a:lstStyle/>
        <a:p>
          <a:endParaRPr lang="en-US"/>
        </a:p>
      </dgm:t>
    </dgm:pt>
    <dgm:pt modelId="{50844CB5-8EA1-45B1-830E-3567BFDDB004}" type="sibTrans" cxnId="{CD67AA77-3788-4AE9-AF5A-F231E6D4A27F}">
      <dgm:prSet/>
      <dgm:spPr/>
      <dgm:t>
        <a:bodyPr/>
        <a:lstStyle/>
        <a:p>
          <a:endParaRPr lang="en-US"/>
        </a:p>
      </dgm:t>
    </dgm:pt>
    <dgm:pt modelId="{0C732ED8-D756-48F7-AA8C-FD1D6BF63449}" type="pres">
      <dgm:prSet presAssocID="{BEA36F0F-AB29-4E16-A554-5AD86962F82F}" presName="root" presStyleCnt="0">
        <dgm:presLayoutVars>
          <dgm:dir/>
          <dgm:resizeHandles val="exact"/>
        </dgm:presLayoutVars>
      </dgm:prSet>
      <dgm:spPr/>
    </dgm:pt>
    <dgm:pt modelId="{FE1F1641-C3F5-4054-9EC9-1568D3D025BE}" type="pres">
      <dgm:prSet presAssocID="{66B6C3F8-74B4-46A0-B438-3ED9BF034B5F}" presName="compNode" presStyleCnt="0"/>
      <dgm:spPr/>
    </dgm:pt>
    <dgm:pt modelId="{D0E4B4CB-5BA6-44D8-9505-5FC7CFFE624F}" type="pres">
      <dgm:prSet presAssocID="{66B6C3F8-74B4-46A0-B438-3ED9BF034B5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12A5CAC-F3F3-40B9-9754-D693E63B3965}" type="pres">
      <dgm:prSet presAssocID="{66B6C3F8-74B4-46A0-B438-3ED9BF034B5F}" presName="spaceRect" presStyleCnt="0"/>
      <dgm:spPr/>
    </dgm:pt>
    <dgm:pt modelId="{6C854CDF-5945-4485-B0CC-BE88D7364FC0}" type="pres">
      <dgm:prSet presAssocID="{66B6C3F8-74B4-46A0-B438-3ED9BF034B5F}" presName="textRect" presStyleLbl="revTx" presStyleIdx="0" presStyleCnt="3">
        <dgm:presLayoutVars>
          <dgm:chMax val="1"/>
          <dgm:chPref val="1"/>
        </dgm:presLayoutVars>
      </dgm:prSet>
      <dgm:spPr/>
    </dgm:pt>
    <dgm:pt modelId="{6D494982-39F3-46C6-AA4B-75B6E89E96C4}" type="pres">
      <dgm:prSet presAssocID="{1D79B25B-372A-45C9-B6FA-4901C380EF80}" presName="sibTrans" presStyleCnt="0"/>
      <dgm:spPr/>
    </dgm:pt>
    <dgm:pt modelId="{3B4BE4E4-2AD0-4EEC-BDBC-8FCB21B659F5}" type="pres">
      <dgm:prSet presAssocID="{3AF47871-40FF-4A80-8F0B-3FE95FF6E01C}" presName="compNode" presStyleCnt="0"/>
      <dgm:spPr/>
    </dgm:pt>
    <dgm:pt modelId="{7225778B-5098-47F1-9C4C-97E17655688C}" type="pres">
      <dgm:prSet presAssocID="{3AF47871-40FF-4A80-8F0B-3FE95FF6E01C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d Face with No Fill"/>
        </a:ext>
      </dgm:extLst>
    </dgm:pt>
    <dgm:pt modelId="{33974DB4-5F03-4446-8BB6-5DADA8289A76}" type="pres">
      <dgm:prSet presAssocID="{3AF47871-40FF-4A80-8F0B-3FE95FF6E01C}" presName="spaceRect" presStyleCnt="0"/>
      <dgm:spPr/>
    </dgm:pt>
    <dgm:pt modelId="{229EEE52-0BDF-47BF-AD83-6F349C1C9833}" type="pres">
      <dgm:prSet presAssocID="{3AF47871-40FF-4A80-8F0B-3FE95FF6E01C}" presName="textRect" presStyleLbl="revTx" presStyleIdx="1" presStyleCnt="3">
        <dgm:presLayoutVars>
          <dgm:chMax val="1"/>
          <dgm:chPref val="1"/>
        </dgm:presLayoutVars>
      </dgm:prSet>
      <dgm:spPr/>
    </dgm:pt>
    <dgm:pt modelId="{2491B842-BF0E-4C6E-97CC-D7030937B2C8}" type="pres">
      <dgm:prSet presAssocID="{547EA522-708B-4CA4-8052-5F9AE1E17372}" presName="sibTrans" presStyleCnt="0"/>
      <dgm:spPr/>
    </dgm:pt>
    <dgm:pt modelId="{315777EA-A4C8-406C-872A-1E413957F929}" type="pres">
      <dgm:prSet presAssocID="{C25B7200-95BA-418B-A308-E470C558899A}" presName="compNode" presStyleCnt="0"/>
      <dgm:spPr/>
    </dgm:pt>
    <dgm:pt modelId="{2757934E-7A39-4B1B-8759-34BD29F31A19}" type="pres">
      <dgm:prSet presAssocID="{C25B7200-95BA-418B-A308-E470C558899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3FB8B05-D40D-4DC8-A06E-841D7D6FD892}" type="pres">
      <dgm:prSet presAssocID="{C25B7200-95BA-418B-A308-E470C558899A}" presName="spaceRect" presStyleCnt="0"/>
      <dgm:spPr/>
    </dgm:pt>
    <dgm:pt modelId="{9FA13694-67B9-4CF8-90A5-A04985AFCCE6}" type="pres">
      <dgm:prSet presAssocID="{C25B7200-95BA-418B-A308-E470C558899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2E46E18-3242-403C-9E6F-47A17B4E1936}" srcId="{BEA36F0F-AB29-4E16-A554-5AD86962F82F}" destId="{66B6C3F8-74B4-46A0-B438-3ED9BF034B5F}" srcOrd="0" destOrd="0" parTransId="{9C0BCE1F-7E0D-4B9B-B191-5E782CBC8DBB}" sibTransId="{1D79B25B-372A-45C9-B6FA-4901C380EF80}"/>
    <dgm:cxn modelId="{F6C8FC34-662E-4EFC-ADBD-E52F1290FB74}" type="presOf" srcId="{66B6C3F8-74B4-46A0-B438-3ED9BF034B5F}" destId="{6C854CDF-5945-4485-B0CC-BE88D7364FC0}" srcOrd="0" destOrd="0" presId="urn:microsoft.com/office/officeart/2018/2/layout/IconLabelList"/>
    <dgm:cxn modelId="{C455133E-437E-4D96-B61E-213D46762713}" type="presOf" srcId="{C25B7200-95BA-418B-A308-E470C558899A}" destId="{9FA13694-67B9-4CF8-90A5-A04985AFCCE6}" srcOrd="0" destOrd="0" presId="urn:microsoft.com/office/officeart/2018/2/layout/IconLabelList"/>
    <dgm:cxn modelId="{1DBA6055-B711-438C-9A62-414616CD8F6D}" type="presOf" srcId="{BEA36F0F-AB29-4E16-A554-5AD86962F82F}" destId="{0C732ED8-D756-48F7-AA8C-FD1D6BF63449}" srcOrd="0" destOrd="0" presId="urn:microsoft.com/office/officeart/2018/2/layout/IconLabelList"/>
    <dgm:cxn modelId="{CD67AA77-3788-4AE9-AF5A-F231E6D4A27F}" srcId="{BEA36F0F-AB29-4E16-A554-5AD86962F82F}" destId="{C25B7200-95BA-418B-A308-E470C558899A}" srcOrd="2" destOrd="0" parTransId="{005757BB-877B-4A72-8510-2EBCC0774BE2}" sibTransId="{50844CB5-8EA1-45B1-830E-3567BFDDB004}"/>
    <dgm:cxn modelId="{B7594C58-67E1-4D28-8CF7-CD0B9FD84ED8}" srcId="{BEA36F0F-AB29-4E16-A554-5AD86962F82F}" destId="{3AF47871-40FF-4A80-8F0B-3FE95FF6E01C}" srcOrd="1" destOrd="0" parTransId="{56449551-15DF-4C61-BAA5-90C7B120FEF4}" sibTransId="{547EA522-708B-4CA4-8052-5F9AE1E17372}"/>
    <dgm:cxn modelId="{0456C3E9-7C0A-42AC-AFD6-DF85B7788324}" type="presOf" srcId="{3AF47871-40FF-4A80-8F0B-3FE95FF6E01C}" destId="{229EEE52-0BDF-47BF-AD83-6F349C1C9833}" srcOrd="0" destOrd="0" presId="urn:microsoft.com/office/officeart/2018/2/layout/IconLabelList"/>
    <dgm:cxn modelId="{64F0FE36-515C-49A5-A1F9-69ECD483AEC3}" type="presParOf" srcId="{0C732ED8-D756-48F7-AA8C-FD1D6BF63449}" destId="{FE1F1641-C3F5-4054-9EC9-1568D3D025BE}" srcOrd="0" destOrd="0" presId="urn:microsoft.com/office/officeart/2018/2/layout/IconLabelList"/>
    <dgm:cxn modelId="{8026A804-E64C-4557-B709-2922DFB5EC1F}" type="presParOf" srcId="{FE1F1641-C3F5-4054-9EC9-1568D3D025BE}" destId="{D0E4B4CB-5BA6-44D8-9505-5FC7CFFE624F}" srcOrd="0" destOrd="0" presId="urn:microsoft.com/office/officeart/2018/2/layout/IconLabelList"/>
    <dgm:cxn modelId="{C97ADB9B-3560-450F-94DA-06C4F8950BB0}" type="presParOf" srcId="{FE1F1641-C3F5-4054-9EC9-1568D3D025BE}" destId="{512A5CAC-F3F3-40B9-9754-D693E63B3965}" srcOrd="1" destOrd="0" presId="urn:microsoft.com/office/officeart/2018/2/layout/IconLabelList"/>
    <dgm:cxn modelId="{D8D769A8-30DE-483C-871E-91AE3CE90FFB}" type="presParOf" srcId="{FE1F1641-C3F5-4054-9EC9-1568D3D025BE}" destId="{6C854CDF-5945-4485-B0CC-BE88D7364FC0}" srcOrd="2" destOrd="0" presId="urn:microsoft.com/office/officeart/2018/2/layout/IconLabelList"/>
    <dgm:cxn modelId="{05142F23-1CC7-4C79-BA33-BCB60C58B9A2}" type="presParOf" srcId="{0C732ED8-D756-48F7-AA8C-FD1D6BF63449}" destId="{6D494982-39F3-46C6-AA4B-75B6E89E96C4}" srcOrd="1" destOrd="0" presId="urn:microsoft.com/office/officeart/2018/2/layout/IconLabelList"/>
    <dgm:cxn modelId="{DA507479-B3AF-42C4-B8B4-712961143386}" type="presParOf" srcId="{0C732ED8-D756-48F7-AA8C-FD1D6BF63449}" destId="{3B4BE4E4-2AD0-4EEC-BDBC-8FCB21B659F5}" srcOrd="2" destOrd="0" presId="urn:microsoft.com/office/officeart/2018/2/layout/IconLabelList"/>
    <dgm:cxn modelId="{0142C606-E7A8-4429-B171-CD8A3BC82CB5}" type="presParOf" srcId="{3B4BE4E4-2AD0-4EEC-BDBC-8FCB21B659F5}" destId="{7225778B-5098-47F1-9C4C-97E17655688C}" srcOrd="0" destOrd="0" presId="urn:microsoft.com/office/officeart/2018/2/layout/IconLabelList"/>
    <dgm:cxn modelId="{8782417B-502E-4368-965F-30698713B363}" type="presParOf" srcId="{3B4BE4E4-2AD0-4EEC-BDBC-8FCB21B659F5}" destId="{33974DB4-5F03-4446-8BB6-5DADA8289A76}" srcOrd="1" destOrd="0" presId="urn:microsoft.com/office/officeart/2018/2/layout/IconLabelList"/>
    <dgm:cxn modelId="{6F56B1A5-6368-42B9-8743-F1425F11705C}" type="presParOf" srcId="{3B4BE4E4-2AD0-4EEC-BDBC-8FCB21B659F5}" destId="{229EEE52-0BDF-47BF-AD83-6F349C1C9833}" srcOrd="2" destOrd="0" presId="urn:microsoft.com/office/officeart/2018/2/layout/IconLabelList"/>
    <dgm:cxn modelId="{DDC151E2-269F-40CD-A67C-DAB05558351D}" type="presParOf" srcId="{0C732ED8-D756-48F7-AA8C-FD1D6BF63449}" destId="{2491B842-BF0E-4C6E-97CC-D7030937B2C8}" srcOrd="3" destOrd="0" presId="urn:microsoft.com/office/officeart/2018/2/layout/IconLabelList"/>
    <dgm:cxn modelId="{11AC2303-697A-43BA-B058-AD8BAC625971}" type="presParOf" srcId="{0C732ED8-D756-48F7-AA8C-FD1D6BF63449}" destId="{315777EA-A4C8-406C-872A-1E413957F929}" srcOrd="4" destOrd="0" presId="urn:microsoft.com/office/officeart/2018/2/layout/IconLabelList"/>
    <dgm:cxn modelId="{52C746FA-897B-4788-AF35-D46325E9F453}" type="presParOf" srcId="{315777EA-A4C8-406C-872A-1E413957F929}" destId="{2757934E-7A39-4B1B-8759-34BD29F31A19}" srcOrd="0" destOrd="0" presId="urn:microsoft.com/office/officeart/2018/2/layout/IconLabelList"/>
    <dgm:cxn modelId="{F51B8CE3-C0E1-486B-854A-36AC1D2B84EB}" type="presParOf" srcId="{315777EA-A4C8-406C-872A-1E413957F929}" destId="{E3FB8B05-D40D-4DC8-A06E-841D7D6FD892}" srcOrd="1" destOrd="0" presId="urn:microsoft.com/office/officeart/2018/2/layout/IconLabelList"/>
    <dgm:cxn modelId="{1017C07A-F6AB-427D-94B6-4ADC26BA98AF}" type="presParOf" srcId="{315777EA-A4C8-406C-872A-1E413957F929}" destId="{9FA13694-67B9-4CF8-90A5-A04985AFCCE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463A1D5-8E74-49BC-9A6E-E6E696C8BB6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E341013-FC5A-4CC7-B973-2BA25F818064}">
      <dgm:prSet/>
      <dgm:spPr/>
      <dgm:t>
        <a:bodyPr/>
        <a:lstStyle/>
        <a:p>
          <a:r>
            <a:rPr lang="en-US"/>
            <a:t>Relational database design</a:t>
          </a:r>
        </a:p>
      </dgm:t>
    </dgm:pt>
    <dgm:pt modelId="{A6D8BEA9-338F-435B-A75B-686888E0FAC8}" type="parTrans" cxnId="{4625CC74-3F75-4595-A0ED-FD7EA7DD756C}">
      <dgm:prSet/>
      <dgm:spPr/>
      <dgm:t>
        <a:bodyPr/>
        <a:lstStyle/>
        <a:p>
          <a:endParaRPr lang="en-US"/>
        </a:p>
      </dgm:t>
    </dgm:pt>
    <dgm:pt modelId="{50A83957-433E-4D26-B99A-E3E9D2F84AE3}" type="sibTrans" cxnId="{4625CC74-3F75-4595-A0ED-FD7EA7DD756C}">
      <dgm:prSet/>
      <dgm:spPr/>
      <dgm:t>
        <a:bodyPr/>
        <a:lstStyle/>
        <a:p>
          <a:endParaRPr lang="en-US"/>
        </a:p>
      </dgm:t>
    </dgm:pt>
    <dgm:pt modelId="{0C6109D8-AE9E-43AA-81B2-A749E98773BD}">
      <dgm:prSet/>
      <dgm:spPr/>
      <dgm:t>
        <a:bodyPr/>
        <a:lstStyle/>
        <a:p>
          <a:r>
            <a:rPr lang="en-US"/>
            <a:t>Structured data storage</a:t>
          </a:r>
        </a:p>
      </dgm:t>
    </dgm:pt>
    <dgm:pt modelId="{B76CD67A-B0E1-4C27-9143-3BB65BEDD401}" type="parTrans" cxnId="{E39C8454-66D2-4082-87F8-F27FDA36DBBA}">
      <dgm:prSet/>
      <dgm:spPr/>
      <dgm:t>
        <a:bodyPr/>
        <a:lstStyle/>
        <a:p>
          <a:endParaRPr lang="en-US"/>
        </a:p>
      </dgm:t>
    </dgm:pt>
    <dgm:pt modelId="{AF6E9804-F84E-4D06-B0FC-13A2DB4B0889}" type="sibTrans" cxnId="{E39C8454-66D2-4082-87F8-F27FDA36DBBA}">
      <dgm:prSet/>
      <dgm:spPr/>
      <dgm:t>
        <a:bodyPr/>
        <a:lstStyle/>
        <a:p>
          <a:endParaRPr lang="en-US"/>
        </a:p>
      </dgm:t>
    </dgm:pt>
    <dgm:pt modelId="{67545A0A-E0DD-4889-895E-585D4EEB62B8}">
      <dgm:prSet/>
      <dgm:spPr/>
      <dgm:t>
        <a:bodyPr/>
        <a:lstStyle/>
        <a:p>
          <a:r>
            <a:rPr lang="en-US"/>
            <a:t>Efficient tracking and reporting</a:t>
          </a:r>
        </a:p>
      </dgm:t>
    </dgm:pt>
    <dgm:pt modelId="{9D79473C-0C9A-4D93-9498-C11B3D4FC715}" type="parTrans" cxnId="{AC99E679-E216-4FA2-8015-31DAB866E668}">
      <dgm:prSet/>
      <dgm:spPr/>
      <dgm:t>
        <a:bodyPr/>
        <a:lstStyle/>
        <a:p>
          <a:endParaRPr lang="en-US"/>
        </a:p>
      </dgm:t>
    </dgm:pt>
    <dgm:pt modelId="{A94E84C8-1497-47B5-B833-87196B8CCDA3}" type="sibTrans" cxnId="{AC99E679-E216-4FA2-8015-31DAB866E668}">
      <dgm:prSet/>
      <dgm:spPr/>
      <dgm:t>
        <a:bodyPr/>
        <a:lstStyle/>
        <a:p>
          <a:endParaRPr lang="en-US"/>
        </a:p>
      </dgm:t>
    </dgm:pt>
    <dgm:pt modelId="{F20E5B48-D3E0-42AA-A3A4-E7FFCE6EE177}" type="pres">
      <dgm:prSet presAssocID="{A463A1D5-8E74-49BC-9A6E-E6E696C8BB63}" presName="root" presStyleCnt="0">
        <dgm:presLayoutVars>
          <dgm:dir/>
          <dgm:resizeHandles val="exact"/>
        </dgm:presLayoutVars>
      </dgm:prSet>
      <dgm:spPr/>
    </dgm:pt>
    <dgm:pt modelId="{FF45E207-7C1C-4974-96D3-5F6BFA4D0333}" type="pres">
      <dgm:prSet presAssocID="{6E341013-FC5A-4CC7-B973-2BA25F818064}" presName="compNode" presStyleCnt="0"/>
      <dgm:spPr/>
    </dgm:pt>
    <dgm:pt modelId="{854BD28E-DB06-4F0D-860F-1EF80304A7A4}" type="pres">
      <dgm:prSet presAssocID="{6E341013-FC5A-4CC7-B973-2BA25F81806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C0E7204-B635-4DF1-8334-6B21089E8973}" type="pres">
      <dgm:prSet presAssocID="{6E341013-FC5A-4CC7-B973-2BA25F818064}" presName="spaceRect" presStyleCnt="0"/>
      <dgm:spPr/>
    </dgm:pt>
    <dgm:pt modelId="{C0F3E66F-7637-4008-BAB7-28ED4C53F77C}" type="pres">
      <dgm:prSet presAssocID="{6E341013-FC5A-4CC7-B973-2BA25F818064}" presName="textRect" presStyleLbl="revTx" presStyleIdx="0" presStyleCnt="3">
        <dgm:presLayoutVars>
          <dgm:chMax val="1"/>
          <dgm:chPref val="1"/>
        </dgm:presLayoutVars>
      </dgm:prSet>
      <dgm:spPr/>
    </dgm:pt>
    <dgm:pt modelId="{3956D2FC-8720-4086-9D26-33A5E171CFDB}" type="pres">
      <dgm:prSet presAssocID="{50A83957-433E-4D26-B99A-E3E9D2F84AE3}" presName="sibTrans" presStyleCnt="0"/>
      <dgm:spPr/>
    </dgm:pt>
    <dgm:pt modelId="{00CF4686-F9E5-4D65-AA57-40A097A2F2A4}" type="pres">
      <dgm:prSet presAssocID="{0C6109D8-AE9E-43AA-81B2-A749E98773BD}" presName="compNode" presStyleCnt="0"/>
      <dgm:spPr/>
    </dgm:pt>
    <dgm:pt modelId="{2DED7F09-0613-44F1-9F3E-6F4901A3E8AD}" type="pres">
      <dgm:prSet presAssocID="{0C6109D8-AE9E-43AA-81B2-A749E98773B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8BDD624B-BC15-4AF0-88F0-ADE7BEC7BDBA}" type="pres">
      <dgm:prSet presAssocID="{0C6109D8-AE9E-43AA-81B2-A749E98773BD}" presName="spaceRect" presStyleCnt="0"/>
      <dgm:spPr/>
    </dgm:pt>
    <dgm:pt modelId="{579C3961-2B49-43BC-A908-82E488D8818B}" type="pres">
      <dgm:prSet presAssocID="{0C6109D8-AE9E-43AA-81B2-A749E98773BD}" presName="textRect" presStyleLbl="revTx" presStyleIdx="1" presStyleCnt="3">
        <dgm:presLayoutVars>
          <dgm:chMax val="1"/>
          <dgm:chPref val="1"/>
        </dgm:presLayoutVars>
      </dgm:prSet>
      <dgm:spPr/>
    </dgm:pt>
    <dgm:pt modelId="{98E2BE4B-E4BF-4796-B62A-BE0CE5E93EBC}" type="pres">
      <dgm:prSet presAssocID="{AF6E9804-F84E-4D06-B0FC-13A2DB4B0889}" presName="sibTrans" presStyleCnt="0"/>
      <dgm:spPr/>
    </dgm:pt>
    <dgm:pt modelId="{F682B532-F1B6-44EE-B62F-A90350AA6383}" type="pres">
      <dgm:prSet presAssocID="{67545A0A-E0DD-4889-895E-585D4EEB62B8}" presName="compNode" presStyleCnt="0"/>
      <dgm:spPr/>
    </dgm:pt>
    <dgm:pt modelId="{CC47145F-E104-4AE6-B542-E35509C6A4D0}" type="pres">
      <dgm:prSet presAssocID="{67545A0A-E0DD-4889-895E-585D4EEB62B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3516220-51A7-483D-B6E5-78F97A39F819}" type="pres">
      <dgm:prSet presAssocID="{67545A0A-E0DD-4889-895E-585D4EEB62B8}" presName="spaceRect" presStyleCnt="0"/>
      <dgm:spPr/>
    </dgm:pt>
    <dgm:pt modelId="{373FB961-72B6-4F12-93B6-A01B53D7F786}" type="pres">
      <dgm:prSet presAssocID="{67545A0A-E0DD-4889-895E-585D4EEB62B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09E2A1B-E7D8-4864-BF18-E33DA1C293E7}" type="presOf" srcId="{67545A0A-E0DD-4889-895E-585D4EEB62B8}" destId="{373FB961-72B6-4F12-93B6-A01B53D7F786}" srcOrd="0" destOrd="0" presId="urn:microsoft.com/office/officeart/2018/2/layout/IconLabelList"/>
    <dgm:cxn modelId="{84317451-8E57-4CBF-9389-74366D520588}" type="presOf" srcId="{A463A1D5-8E74-49BC-9A6E-E6E696C8BB63}" destId="{F20E5B48-D3E0-42AA-A3A4-E7FFCE6EE177}" srcOrd="0" destOrd="0" presId="urn:microsoft.com/office/officeart/2018/2/layout/IconLabelList"/>
    <dgm:cxn modelId="{E39C8454-66D2-4082-87F8-F27FDA36DBBA}" srcId="{A463A1D5-8E74-49BC-9A6E-E6E696C8BB63}" destId="{0C6109D8-AE9E-43AA-81B2-A749E98773BD}" srcOrd="1" destOrd="0" parTransId="{B76CD67A-B0E1-4C27-9143-3BB65BEDD401}" sibTransId="{AF6E9804-F84E-4D06-B0FC-13A2DB4B0889}"/>
    <dgm:cxn modelId="{4625CC74-3F75-4595-A0ED-FD7EA7DD756C}" srcId="{A463A1D5-8E74-49BC-9A6E-E6E696C8BB63}" destId="{6E341013-FC5A-4CC7-B973-2BA25F818064}" srcOrd="0" destOrd="0" parTransId="{A6D8BEA9-338F-435B-A75B-686888E0FAC8}" sibTransId="{50A83957-433E-4D26-B99A-E3E9D2F84AE3}"/>
    <dgm:cxn modelId="{62CA8476-B31E-4896-B7E0-A0117A293F99}" type="presOf" srcId="{0C6109D8-AE9E-43AA-81B2-A749E98773BD}" destId="{579C3961-2B49-43BC-A908-82E488D8818B}" srcOrd="0" destOrd="0" presId="urn:microsoft.com/office/officeart/2018/2/layout/IconLabelList"/>
    <dgm:cxn modelId="{AC99E679-E216-4FA2-8015-31DAB866E668}" srcId="{A463A1D5-8E74-49BC-9A6E-E6E696C8BB63}" destId="{67545A0A-E0DD-4889-895E-585D4EEB62B8}" srcOrd="2" destOrd="0" parTransId="{9D79473C-0C9A-4D93-9498-C11B3D4FC715}" sibTransId="{A94E84C8-1497-47B5-B833-87196B8CCDA3}"/>
    <dgm:cxn modelId="{E6DDFB99-28AD-43D4-AC10-DD2A2400CF89}" type="presOf" srcId="{6E341013-FC5A-4CC7-B973-2BA25F818064}" destId="{C0F3E66F-7637-4008-BAB7-28ED4C53F77C}" srcOrd="0" destOrd="0" presId="urn:microsoft.com/office/officeart/2018/2/layout/IconLabelList"/>
    <dgm:cxn modelId="{2810C38E-D090-4D29-A418-84D4D3234182}" type="presParOf" srcId="{F20E5B48-D3E0-42AA-A3A4-E7FFCE6EE177}" destId="{FF45E207-7C1C-4974-96D3-5F6BFA4D0333}" srcOrd="0" destOrd="0" presId="urn:microsoft.com/office/officeart/2018/2/layout/IconLabelList"/>
    <dgm:cxn modelId="{34675581-A3FD-4F2E-BA54-83951A882173}" type="presParOf" srcId="{FF45E207-7C1C-4974-96D3-5F6BFA4D0333}" destId="{854BD28E-DB06-4F0D-860F-1EF80304A7A4}" srcOrd="0" destOrd="0" presId="urn:microsoft.com/office/officeart/2018/2/layout/IconLabelList"/>
    <dgm:cxn modelId="{DFE1E64D-CDA1-46FD-B489-F46C6EF2C7CE}" type="presParOf" srcId="{FF45E207-7C1C-4974-96D3-5F6BFA4D0333}" destId="{FC0E7204-B635-4DF1-8334-6B21089E8973}" srcOrd="1" destOrd="0" presId="urn:microsoft.com/office/officeart/2018/2/layout/IconLabelList"/>
    <dgm:cxn modelId="{E90D51BD-FFBC-4208-A7C3-F4FFBBC3AA60}" type="presParOf" srcId="{FF45E207-7C1C-4974-96D3-5F6BFA4D0333}" destId="{C0F3E66F-7637-4008-BAB7-28ED4C53F77C}" srcOrd="2" destOrd="0" presId="urn:microsoft.com/office/officeart/2018/2/layout/IconLabelList"/>
    <dgm:cxn modelId="{31255861-2A27-41E9-AF02-21120C9B680A}" type="presParOf" srcId="{F20E5B48-D3E0-42AA-A3A4-E7FFCE6EE177}" destId="{3956D2FC-8720-4086-9D26-33A5E171CFDB}" srcOrd="1" destOrd="0" presId="urn:microsoft.com/office/officeart/2018/2/layout/IconLabelList"/>
    <dgm:cxn modelId="{E5C11083-B99D-4DD7-A3E9-479847D30866}" type="presParOf" srcId="{F20E5B48-D3E0-42AA-A3A4-E7FFCE6EE177}" destId="{00CF4686-F9E5-4D65-AA57-40A097A2F2A4}" srcOrd="2" destOrd="0" presId="urn:microsoft.com/office/officeart/2018/2/layout/IconLabelList"/>
    <dgm:cxn modelId="{39E025B9-40E1-41B1-9CFA-D6DA9AAF6E87}" type="presParOf" srcId="{00CF4686-F9E5-4D65-AA57-40A097A2F2A4}" destId="{2DED7F09-0613-44F1-9F3E-6F4901A3E8AD}" srcOrd="0" destOrd="0" presId="urn:microsoft.com/office/officeart/2018/2/layout/IconLabelList"/>
    <dgm:cxn modelId="{5E96FA59-B522-4230-8D99-F5D105BFE298}" type="presParOf" srcId="{00CF4686-F9E5-4D65-AA57-40A097A2F2A4}" destId="{8BDD624B-BC15-4AF0-88F0-ADE7BEC7BDBA}" srcOrd="1" destOrd="0" presId="urn:microsoft.com/office/officeart/2018/2/layout/IconLabelList"/>
    <dgm:cxn modelId="{8F500E4D-6134-44AB-BC24-BF305ABACAA4}" type="presParOf" srcId="{00CF4686-F9E5-4D65-AA57-40A097A2F2A4}" destId="{579C3961-2B49-43BC-A908-82E488D8818B}" srcOrd="2" destOrd="0" presId="urn:microsoft.com/office/officeart/2018/2/layout/IconLabelList"/>
    <dgm:cxn modelId="{00502E14-1344-499B-A828-F6DCCFAB92C8}" type="presParOf" srcId="{F20E5B48-D3E0-42AA-A3A4-E7FFCE6EE177}" destId="{98E2BE4B-E4BF-4796-B62A-BE0CE5E93EBC}" srcOrd="3" destOrd="0" presId="urn:microsoft.com/office/officeart/2018/2/layout/IconLabelList"/>
    <dgm:cxn modelId="{39DC2165-A5B2-4BD4-8D88-0514B8711FBB}" type="presParOf" srcId="{F20E5B48-D3E0-42AA-A3A4-E7FFCE6EE177}" destId="{F682B532-F1B6-44EE-B62F-A90350AA6383}" srcOrd="4" destOrd="0" presId="urn:microsoft.com/office/officeart/2018/2/layout/IconLabelList"/>
    <dgm:cxn modelId="{73F7A629-6A32-472F-AAC2-95D2AAE18AB5}" type="presParOf" srcId="{F682B532-F1B6-44EE-B62F-A90350AA6383}" destId="{CC47145F-E104-4AE6-B542-E35509C6A4D0}" srcOrd="0" destOrd="0" presId="urn:microsoft.com/office/officeart/2018/2/layout/IconLabelList"/>
    <dgm:cxn modelId="{FB9196F2-9D18-46D5-A231-FF49A3807CEA}" type="presParOf" srcId="{F682B532-F1B6-44EE-B62F-A90350AA6383}" destId="{43516220-51A7-483D-B6E5-78F97A39F819}" srcOrd="1" destOrd="0" presId="urn:microsoft.com/office/officeart/2018/2/layout/IconLabelList"/>
    <dgm:cxn modelId="{E60744F3-1E51-4C3A-B051-7ADD99FB389A}" type="presParOf" srcId="{F682B532-F1B6-44EE-B62F-A90350AA6383}" destId="{373FB961-72B6-4F12-93B6-A01B53D7F78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0B989F-D811-4C90-A4FC-9B9C37C1A39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D4546D41-5950-411E-832B-458ED593CB90}">
      <dgm:prSet/>
      <dgm:spPr/>
      <dgm:t>
        <a:bodyPr/>
        <a:lstStyle/>
        <a:p>
          <a:pPr>
            <a:defRPr cap="all"/>
          </a:pPr>
          <a:r>
            <a:rPr lang="en-US"/>
            <a:t>Retrieve faculty goals</a:t>
          </a:r>
        </a:p>
      </dgm:t>
    </dgm:pt>
    <dgm:pt modelId="{5250BF79-E87B-47BF-9C21-E01A54F03970}" type="parTrans" cxnId="{9C18A12A-D0B9-4E32-80C1-89700285452E}">
      <dgm:prSet/>
      <dgm:spPr/>
      <dgm:t>
        <a:bodyPr/>
        <a:lstStyle/>
        <a:p>
          <a:endParaRPr lang="en-US"/>
        </a:p>
      </dgm:t>
    </dgm:pt>
    <dgm:pt modelId="{D9D623F2-F8DE-4E71-96B0-163BE2851D8F}" type="sibTrans" cxnId="{9C18A12A-D0B9-4E32-80C1-89700285452E}">
      <dgm:prSet/>
      <dgm:spPr/>
      <dgm:t>
        <a:bodyPr/>
        <a:lstStyle/>
        <a:p>
          <a:endParaRPr lang="en-US"/>
        </a:p>
      </dgm:t>
    </dgm:pt>
    <dgm:pt modelId="{2E644331-E269-43C4-A2CA-21F737261082}">
      <dgm:prSet/>
      <dgm:spPr/>
      <dgm:t>
        <a:bodyPr/>
        <a:lstStyle/>
        <a:p>
          <a:pPr>
            <a:defRPr cap="all"/>
          </a:pPr>
          <a:r>
            <a:rPr lang="en-US"/>
            <a:t>Track progress</a:t>
          </a:r>
        </a:p>
      </dgm:t>
    </dgm:pt>
    <dgm:pt modelId="{AFCCCD0A-E324-4BB6-98DD-EB8211645529}" type="parTrans" cxnId="{58456DDB-0269-4EE5-88A7-6B6A4E9258C4}">
      <dgm:prSet/>
      <dgm:spPr/>
      <dgm:t>
        <a:bodyPr/>
        <a:lstStyle/>
        <a:p>
          <a:endParaRPr lang="en-US"/>
        </a:p>
      </dgm:t>
    </dgm:pt>
    <dgm:pt modelId="{BA582AA1-D7DD-4C30-9FB6-76045DA11A4F}" type="sibTrans" cxnId="{58456DDB-0269-4EE5-88A7-6B6A4E9258C4}">
      <dgm:prSet/>
      <dgm:spPr/>
      <dgm:t>
        <a:bodyPr/>
        <a:lstStyle/>
        <a:p>
          <a:endParaRPr lang="en-US"/>
        </a:p>
      </dgm:t>
    </dgm:pt>
    <dgm:pt modelId="{A535DBB3-831B-4115-AD62-65CD01C06413}">
      <dgm:prSet/>
      <dgm:spPr/>
      <dgm:t>
        <a:bodyPr/>
        <a:lstStyle/>
        <a:p>
          <a:pPr>
            <a:defRPr cap="all"/>
          </a:pPr>
          <a:r>
            <a:rPr lang="en-US"/>
            <a:t>Join multiple tables</a:t>
          </a:r>
        </a:p>
      </dgm:t>
    </dgm:pt>
    <dgm:pt modelId="{8F3E457F-18DF-4BD4-A7F7-B2938DBB1263}" type="parTrans" cxnId="{C31AD4F2-42A3-4DE3-8B2D-00AE3ADEE0B5}">
      <dgm:prSet/>
      <dgm:spPr/>
      <dgm:t>
        <a:bodyPr/>
        <a:lstStyle/>
        <a:p>
          <a:endParaRPr lang="en-US"/>
        </a:p>
      </dgm:t>
    </dgm:pt>
    <dgm:pt modelId="{A98C4BD3-224E-4EA6-99C5-48FC8B81288A}" type="sibTrans" cxnId="{C31AD4F2-42A3-4DE3-8B2D-00AE3ADEE0B5}">
      <dgm:prSet/>
      <dgm:spPr/>
      <dgm:t>
        <a:bodyPr/>
        <a:lstStyle/>
        <a:p>
          <a:endParaRPr lang="en-US"/>
        </a:p>
      </dgm:t>
    </dgm:pt>
    <dgm:pt modelId="{A0875F41-FE15-45E7-8848-F2AD4817035D}" type="pres">
      <dgm:prSet presAssocID="{090B989F-D811-4C90-A4FC-9B9C37C1A39A}" presName="root" presStyleCnt="0">
        <dgm:presLayoutVars>
          <dgm:dir/>
          <dgm:resizeHandles val="exact"/>
        </dgm:presLayoutVars>
      </dgm:prSet>
      <dgm:spPr/>
    </dgm:pt>
    <dgm:pt modelId="{D1AAE78F-F6A5-4C9C-8DBD-9FA67084EFFB}" type="pres">
      <dgm:prSet presAssocID="{D4546D41-5950-411E-832B-458ED593CB90}" presName="compNode" presStyleCnt="0"/>
      <dgm:spPr/>
    </dgm:pt>
    <dgm:pt modelId="{D65AAC30-546A-4EA2-8CEC-F4440481679E}" type="pres">
      <dgm:prSet presAssocID="{D4546D41-5950-411E-832B-458ED593CB90}" presName="iconBgRect" presStyleLbl="bgShp" presStyleIdx="0" presStyleCnt="3"/>
      <dgm:spPr/>
    </dgm:pt>
    <dgm:pt modelId="{8F1E61ED-7620-4665-8CA0-2CED98F74604}" type="pres">
      <dgm:prSet presAssocID="{D4546D41-5950-411E-832B-458ED593CB9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ary"/>
        </a:ext>
      </dgm:extLst>
    </dgm:pt>
    <dgm:pt modelId="{D603BD4A-9B8A-4C74-B8C5-6C7FF5B85EBC}" type="pres">
      <dgm:prSet presAssocID="{D4546D41-5950-411E-832B-458ED593CB90}" presName="spaceRect" presStyleCnt="0"/>
      <dgm:spPr/>
    </dgm:pt>
    <dgm:pt modelId="{D00D1FB2-90B0-4268-A648-69AC97A0C2DC}" type="pres">
      <dgm:prSet presAssocID="{D4546D41-5950-411E-832B-458ED593CB90}" presName="textRect" presStyleLbl="revTx" presStyleIdx="0" presStyleCnt="3">
        <dgm:presLayoutVars>
          <dgm:chMax val="1"/>
          <dgm:chPref val="1"/>
        </dgm:presLayoutVars>
      </dgm:prSet>
      <dgm:spPr/>
    </dgm:pt>
    <dgm:pt modelId="{69A7B9F2-771D-4338-A4D2-32F56CA0ED90}" type="pres">
      <dgm:prSet presAssocID="{D9D623F2-F8DE-4E71-96B0-163BE2851D8F}" presName="sibTrans" presStyleCnt="0"/>
      <dgm:spPr/>
    </dgm:pt>
    <dgm:pt modelId="{948A4DD3-DE21-4203-898F-E9655AA9F2A3}" type="pres">
      <dgm:prSet presAssocID="{2E644331-E269-43C4-A2CA-21F737261082}" presName="compNode" presStyleCnt="0"/>
      <dgm:spPr/>
    </dgm:pt>
    <dgm:pt modelId="{052EC081-A414-46CD-B27D-A21CCA6E406E}" type="pres">
      <dgm:prSet presAssocID="{2E644331-E269-43C4-A2CA-21F737261082}" presName="iconBgRect" presStyleLbl="bgShp" presStyleIdx="1" presStyleCnt="3"/>
      <dgm:spPr/>
    </dgm:pt>
    <dgm:pt modelId="{AA08B97E-6613-43D0-952D-D0A77EC9289B}" type="pres">
      <dgm:prSet presAssocID="{2E644331-E269-43C4-A2CA-21F73726108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meline"/>
        </a:ext>
      </dgm:extLst>
    </dgm:pt>
    <dgm:pt modelId="{F9C6F19E-255D-4937-849D-C3B59CCE72A5}" type="pres">
      <dgm:prSet presAssocID="{2E644331-E269-43C4-A2CA-21F737261082}" presName="spaceRect" presStyleCnt="0"/>
      <dgm:spPr/>
    </dgm:pt>
    <dgm:pt modelId="{5FE5E4D4-54EE-487A-858D-288AC943B64C}" type="pres">
      <dgm:prSet presAssocID="{2E644331-E269-43C4-A2CA-21F737261082}" presName="textRect" presStyleLbl="revTx" presStyleIdx="1" presStyleCnt="3">
        <dgm:presLayoutVars>
          <dgm:chMax val="1"/>
          <dgm:chPref val="1"/>
        </dgm:presLayoutVars>
      </dgm:prSet>
      <dgm:spPr/>
    </dgm:pt>
    <dgm:pt modelId="{9CC4406D-C822-457E-ABE4-5EE924DECB6A}" type="pres">
      <dgm:prSet presAssocID="{BA582AA1-D7DD-4C30-9FB6-76045DA11A4F}" presName="sibTrans" presStyleCnt="0"/>
      <dgm:spPr/>
    </dgm:pt>
    <dgm:pt modelId="{A4DD1902-F4E0-4DFE-978A-48C31DDDA49A}" type="pres">
      <dgm:prSet presAssocID="{A535DBB3-831B-4115-AD62-65CD01C06413}" presName="compNode" presStyleCnt="0"/>
      <dgm:spPr/>
    </dgm:pt>
    <dgm:pt modelId="{AF51BF69-D677-4EF8-80D1-9ABAADD582D6}" type="pres">
      <dgm:prSet presAssocID="{A535DBB3-831B-4115-AD62-65CD01C06413}" presName="iconBgRect" presStyleLbl="bgShp" presStyleIdx="2" presStyleCnt="3"/>
      <dgm:spPr/>
    </dgm:pt>
    <dgm:pt modelId="{C9A96E9C-9555-4A8A-A361-F8C3F3114675}" type="pres">
      <dgm:prSet presAssocID="{A535DBB3-831B-4115-AD62-65CD01C0641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uplicate Row"/>
        </a:ext>
      </dgm:extLst>
    </dgm:pt>
    <dgm:pt modelId="{A35290C5-710C-4497-A906-0CDD29F4BDC9}" type="pres">
      <dgm:prSet presAssocID="{A535DBB3-831B-4115-AD62-65CD01C06413}" presName="spaceRect" presStyleCnt="0"/>
      <dgm:spPr/>
    </dgm:pt>
    <dgm:pt modelId="{2C25A65B-A5CF-4037-A76A-6414AB41276A}" type="pres">
      <dgm:prSet presAssocID="{A535DBB3-831B-4115-AD62-65CD01C0641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737E400-B933-4BAB-BF49-1777CC044819}" type="presOf" srcId="{2E644331-E269-43C4-A2CA-21F737261082}" destId="{5FE5E4D4-54EE-487A-858D-288AC943B64C}" srcOrd="0" destOrd="0" presId="urn:microsoft.com/office/officeart/2018/5/layout/IconCircleLabelList"/>
    <dgm:cxn modelId="{4BE6602A-D3C3-406E-9334-91EB50278D70}" type="presOf" srcId="{D4546D41-5950-411E-832B-458ED593CB90}" destId="{D00D1FB2-90B0-4268-A648-69AC97A0C2DC}" srcOrd="0" destOrd="0" presId="urn:microsoft.com/office/officeart/2018/5/layout/IconCircleLabelList"/>
    <dgm:cxn modelId="{9C18A12A-D0B9-4E32-80C1-89700285452E}" srcId="{090B989F-D811-4C90-A4FC-9B9C37C1A39A}" destId="{D4546D41-5950-411E-832B-458ED593CB90}" srcOrd="0" destOrd="0" parTransId="{5250BF79-E87B-47BF-9C21-E01A54F03970}" sibTransId="{D9D623F2-F8DE-4E71-96B0-163BE2851D8F}"/>
    <dgm:cxn modelId="{58456DDB-0269-4EE5-88A7-6B6A4E9258C4}" srcId="{090B989F-D811-4C90-A4FC-9B9C37C1A39A}" destId="{2E644331-E269-43C4-A2CA-21F737261082}" srcOrd="1" destOrd="0" parTransId="{AFCCCD0A-E324-4BB6-98DD-EB8211645529}" sibTransId="{BA582AA1-D7DD-4C30-9FB6-76045DA11A4F}"/>
    <dgm:cxn modelId="{DB2159DC-F04A-4391-9079-C4362053E8FE}" type="presOf" srcId="{A535DBB3-831B-4115-AD62-65CD01C06413}" destId="{2C25A65B-A5CF-4037-A76A-6414AB41276A}" srcOrd="0" destOrd="0" presId="urn:microsoft.com/office/officeart/2018/5/layout/IconCircleLabelList"/>
    <dgm:cxn modelId="{C31AD4F2-42A3-4DE3-8B2D-00AE3ADEE0B5}" srcId="{090B989F-D811-4C90-A4FC-9B9C37C1A39A}" destId="{A535DBB3-831B-4115-AD62-65CD01C06413}" srcOrd="2" destOrd="0" parTransId="{8F3E457F-18DF-4BD4-A7F7-B2938DBB1263}" sibTransId="{A98C4BD3-224E-4EA6-99C5-48FC8B81288A}"/>
    <dgm:cxn modelId="{711887FA-A26D-4721-A0F7-D17D799AAD83}" type="presOf" srcId="{090B989F-D811-4C90-A4FC-9B9C37C1A39A}" destId="{A0875F41-FE15-45E7-8848-F2AD4817035D}" srcOrd="0" destOrd="0" presId="urn:microsoft.com/office/officeart/2018/5/layout/IconCircleLabelList"/>
    <dgm:cxn modelId="{46D3D506-6D33-4F6D-A67B-9E94676D7EF3}" type="presParOf" srcId="{A0875F41-FE15-45E7-8848-F2AD4817035D}" destId="{D1AAE78F-F6A5-4C9C-8DBD-9FA67084EFFB}" srcOrd="0" destOrd="0" presId="urn:microsoft.com/office/officeart/2018/5/layout/IconCircleLabelList"/>
    <dgm:cxn modelId="{78690315-97E4-4B98-A670-EB868F80D630}" type="presParOf" srcId="{D1AAE78F-F6A5-4C9C-8DBD-9FA67084EFFB}" destId="{D65AAC30-546A-4EA2-8CEC-F4440481679E}" srcOrd="0" destOrd="0" presId="urn:microsoft.com/office/officeart/2018/5/layout/IconCircleLabelList"/>
    <dgm:cxn modelId="{208F0E5D-DAE7-4922-9A3C-F98450A0877D}" type="presParOf" srcId="{D1AAE78F-F6A5-4C9C-8DBD-9FA67084EFFB}" destId="{8F1E61ED-7620-4665-8CA0-2CED98F74604}" srcOrd="1" destOrd="0" presId="urn:microsoft.com/office/officeart/2018/5/layout/IconCircleLabelList"/>
    <dgm:cxn modelId="{5BD8750D-CB5B-45B1-95DD-D0AF724BFEFC}" type="presParOf" srcId="{D1AAE78F-F6A5-4C9C-8DBD-9FA67084EFFB}" destId="{D603BD4A-9B8A-4C74-B8C5-6C7FF5B85EBC}" srcOrd="2" destOrd="0" presId="urn:microsoft.com/office/officeart/2018/5/layout/IconCircleLabelList"/>
    <dgm:cxn modelId="{75A61DFC-75F6-4E3F-B913-014AAACC9F9C}" type="presParOf" srcId="{D1AAE78F-F6A5-4C9C-8DBD-9FA67084EFFB}" destId="{D00D1FB2-90B0-4268-A648-69AC97A0C2DC}" srcOrd="3" destOrd="0" presId="urn:microsoft.com/office/officeart/2018/5/layout/IconCircleLabelList"/>
    <dgm:cxn modelId="{222C6BEC-F35E-47B9-A6B1-26BA7CD6C5B7}" type="presParOf" srcId="{A0875F41-FE15-45E7-8848-F2AD4817035D}" destId="{69A7B9F2-771D-4338-A4D2-32F56CA0ED90}" srcOrd="1" destOrd="0" presId="urn:microsoft.com/office/officeart/2018/5/layout/IconCircleLabelList"/>
    <dgm:cxn modelId="{F94B8544-E975-4716-8377-F1E32363676D}" type="presParOf" srcId="{A0875F41-FE15-45E7-8848-F2AD4817035D}" destId="{948A4DD3-DE21-4203-898F-E9655AA9F2A3}" srcOrd="2" destOrd="0" presId="urn:microsoft.com/office/officeart/2018/5/layout/IconCircleLabelList"/>
    <dgm:cxn modelId="{F26634B2-FE19-4C83-8126-C868F86EA626}" type="presParOf" srcId="{948A4DD3-DE21-4203-898F-E9655AA9F2A3}" destId="{052EC081-A414-46CD-B27D-A21CCA6E406E}" srcOrd="0" destOrd="0" presId="urn:microsoft.com/office/officeart/2018/5/layout/IconCircleLabelList"/>
    <dgm:cxn modelId="{A7592E05-550A-4D71-9DC1-30972D905650}" type="presParOf" srcId="{948A4DD3-DE21-4203-898F-E9655AA9F2A3}" destId="{AA08B97E-6613-43D0-952D-D0A77EC9289B}" srcOrd="1" destOrd="0" presId="urn:microsoft.com/office/officeart/2018/5/layout/IconCircleLabelList"/>
    <dgm:cxn modelId="{39FBF143-8941-49D9-BB38-D26E22FA3893}" type="presParOf" srcId="{948A4DD3-DE21-4203-898F-E9655AA9F2A3}" destId="{F9C6F19E-255D-4937-849D-C3B59CCE72A5}" srcOrd="2" destOrd="0" presId="urn:microsoft.com/office/officeart/2018/5/layout/IconCircleLabelList"/>
    <dgm:cxn modelId="{966A0E80-CB3A-445E-BA48-760A3B9B743F}" type="presParOf" srcId="{948A4DD3-DE21-4203-898F-E9655AA9F2A3}" destId="{5FE5E4D4-54EE-487A-858D-288AC943B64C}" srcOrd="3" destOrd="0" presId="urn:microsoft.com/office/officeart/2018/5/layout/IconCircleLabelList"/>
    <dgm:cxn modelId="{56BE0F64-6DAC-4381-84C6-EE0B5E428CE6}" type="presParOf" srcId="{A0875F41-FE15-45E7-8848-F2AD4817035D}" destId="{9CC4406D-C822-457E-ABE4-5EE924DECB6A}" srcOrd="3" destOrd="0" presId="urn:microsoft.com/office/officeart/2018/5/layout/IconCircleLabelList"/>
    <dgm:cxn modelId="{CECA296B-5E63-4DED-9495-DC05D40D564A}" type="presParOf" srcId="{A0875F41-FE15-45E7-8848-F2AD4817035D}" destId="{A4DD1902-F4E0-4DFE-978A-48C31DDDA49A}" srcOrd="4" destOrd="0" presId="urn:microsoft.com/office/officeart/2018/5/layout/IconCircleLabelList"/>
    <dgm:cxn modelId="{0DDF4C44-D846-4D13-8196-3C48AC0AE107}" type="presParOf" srcId="{A4DD1902-F4E0-4DFE-978A-48C31DDDA49A}" destId="{AF51BF69-D677-4EF8-80D1-9ABAADD582D6}" srcOrd="0" destOrd="0" presId="urn:microsoft.com/office/officeart/2018/5/layout/IconCircleLabelList"/>
    <dgm:cxn modelId="{5F4531BE-48C3-4109-AA4C-ED5A08CBB60A}" type="presParOf" srcId="{A4DD1902-F4E0-4DFE-978A-48C31DDDA49A}" destId="{C9A96E9C-9555-4A8A-A361-F8C3F3114675}" srcOrd="1" destOrd="0" presId="urn:microsoft.com/office/officeart/2018/5/layout/IconCircleLabelList"/>
    <dgm:cxn modelId="{87007235-85D3-4172-B753-D506FA59C2DA}" type="presParOf" srcId="{A4DD1902-F4E0-4DFE-978A-48C31DDDA49A}" destId="{A35290C5-710C-4497-A906-0CDD29F4BDC9}" srcOrd="2" destOrd="0" presId="urn:microsoft.com/office/officeart/2018/5/layout/IconCircleLabelList"/>
    <dgm:cxn modelId="{CF13BEA3-8AF1-46C7-BD82-1E35C1A7ECAB}" type="presParOf" srcId="{A4DD1902-F4E0-4DFE-978A-48C31DDDA49A}" destId="{2C25A65B-A5CF-4037-A76A-6414AB41276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CC41C6-AB56-4FB4-92B0-4E1ADC2B48BA}">
      <dsp:nvSpPr>
        <dsp:cNvPr id="0" name=""/>
        <dsp:cNvSpPr/>
      </dsp:nvSpPr>
      <dsp:spPr>
        <a:xfrm>
          <a:off x="438140" y="646613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D31B03-3487-45CA-8441-BD6C23AA9121}">
      <dsp:nvSpPr>
        <dsp:cNvPr id="0" name=""/>
        <dsp:cNvSpPr/>
      </dsp:nvSpPr>
      <dsp:spPr>
        <a:xfrm>
          <a:off x="716015" y="924488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2A10A8-962C-4DCB-A056-449B12E1E408}">
      <dsp:nvSpPr>
        <dsp:cNvPr id="0" name=""/>
        <dsp:cNvSpPr/>
      </dsp:nvSpPr>
      <dsp:spPr>
        <a:xfrm>
          <a:off x="21327" y="2356613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Track faculty goals</a:t>
          </a:r>
        </a:p>
      </dsp:txBody>
      <dsp:txXfrm>
        <a:off x="21327" y="2356613"/>
        <a:ext cx="2137500" cy="720000"/>
      </dsp:txXfrm>
    </dsp:sp>
    <dsp:sp modelId="{6004F209-17F7-4EB6-ADC0-4C25F84B1F4E}">
      <dsp:nvSpPr>
        <dsp:cNvPr id="0" name=""/>
        <dsp:cNvSpPr/>
      </dsp:nvSpPr>
      <dsp:spPr>
        <a:xfrm>
          <a:off x="2949702" y="646613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4294C2-3C37-4A0B-9063-89FD95157B7D}">
      <dsp:nvSpPr>
        <dsp:cNvPr id="0" name=""/>
        <dsp:cNvSpPr/>
      </dsp:nvSpPr>
      <dsp:spPr>
        <a:xfrm>
          <a:off x="3227577" y="924488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6CE8D3-7425-4D04-A292-30808F406F15}">
      <dsp:nvSpPr>
        <dsp:cNvPr id="0" name=""/>
        <dsp:cNvSpPr/>
      </dsp:nvSpPr>
      <dsp:spPr>
        <a:xfrm>
          <a:off x="2532890" y="2356613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Monitor progress updates</a:t>
          </a:r>
        </a:p>
      </dsp:txBody>
      <dsp:txXfrm>
        <a:off x="2532890" y="2356613"/>
        <a:ext cx="2137500" cy="720000"/>
      </dsp:txXfrm>
    </dsp:sp>
    <dsp:sp modelId="{19BE025C-BE85-4890-B673-C4C76C9304C8}">
      <dsp:nvSpPr>
        <dsp:cNvPr id="0" name=""/>
        <dsp:cNvSpPr/>
      </dsp:nvSpPr>
      <dsp:spPr>
        <a:xfrm>
          <a:off x="5461265" y="646613"/>
          <a:ext cx="1303875" cy="1303875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19F64A-1C4A-4DA4-9776-F62FF72536FA}">
      <dsp:nvSpPr>
        <dsp:cNvPr id="0" name=""/>
        <dsp:cNvSpPr/>
      </dsp:nvSpPr>
      <dsp:spPr>
        <a:xfrm>
          <a:off x="5739140" y="924488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9A0F4-D289-43F7-AF14-E00478BD9A9C}">
      <dsp:nvSpPr>
        <dsp:cNvPr id="0" name=""/>
        <dsp:cNvSpPr/>
      </dsp:nvSpPr>
      <dsp:spPr>
        <a:xfrm>
          <a:off x="5044452" y="2356613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Generate structured reports</a:t>
          </a:r>
        </a:p>
      </dsp:txBody>
      <dsp:txXfrm>
        <a:off x="5044452" y="2356613"/>
        <a:ext cx="2137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E4B4CB-5BA6-44D8-9505-5FC7CFFE624F}">
      <dsp:nvSpPr>
        <dsp:cNvPr id="0" name=""/>
        <dsp:cNvSpPr/>
      </dsp:nvSpPr>
      <dsp:spPr>
        <a:xfrm>
          <a:off x="608853" y="872173"/>
          <a:ext cx="961967" cy="9619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854CDF-5945-4485-B0CC-BE88D7364FC0}">
      <dsp:nvSpPr>
        <dsp:cNvPr id="0" name=""/>
        <dsp:cNvSpPr/>
      </dsp:nvSpPr>
      <dsp:spPr>
        <a:xfrm>
          <a:off x="20984" y="2131053"/>
          <a:ext cx="21377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 centralized system</a:t>
          </a:r>
        </a:p>
      </dsp:txBody>
      <dsp:txXfrm>
        <a:off x="20984" y="2131053"/>
        <a:ext cx="2137705" cy="720000"/>
      </dsp:txXfrm>
    </dsp:sp>
    <dsp:sp modelId="{7225778B-5098-47F1-9C4C-97E17655688C}">
      <dsp:nvSpPr>
        <dsp:cNvPr id="0" name=""/>
        <dsp:cNvSpPr/>
      </dsp:nvSpPr>
      <dsp:spPr>
        <a:xfrm>
          <a:off x="3120656" y="872173"/>
          <a:ext cx="961967" cy="9619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EEE52-0BDF-47BF-AD83-6F349C1C9833}">
      <dsp:nvSpPr>
        <dsp:cNvPr id="0" name=""/>
        <dsp:cNvSpPr/>
      </dsp:nvSpPr>
      <dsp:spPr>
        <a:xfrm>
          <a:off x="2532787" y="2131053"/>
          <a:ext cx="21377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Difficult to track progress</a:t>
          </a:r>
        </a:p>
      </dsp:txBody>
      <dsp:txXfrm>
        <a:off x="2532787" y="2131053"/>
        <a:ext cx="2137705" cy="720000"/>
      </dsp:txXfrm>
    </dsp:sp>
    <dsp:sp modelId="{2757934E-7A39-4B1B-8759-34BD29F31A19}">
      <dsp:nvSpPr>
        <dsp:cNvPr id="0" name=""/>
        <dsp:cNvSpPr/>
      </dsp:nvSpPr>
      <dsp:spPr>
        <a:xfrm>
          <a:off x="5632460" y="872173"/>
          <a:ext cx="961967" cy="9619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A13694-67B9-4CF8-90A5-A04985AFCCE6}">
      <dsp:nvSpPr>
        <dsp:cNvPr id="0" name=""/>
        <dsp:cNvSpPr/>
      </dsp:nvSpPr>
      <dsp:spPr>
        <a:xfrm>
          <a:off x="5044591" y="2131053"/>
          <a:ext cx="21377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Lack of structured data</a:t>
          </a:r>
        </a:p>
      </dsp:txBody>
      <dsp:txXfrm>
        <a:off x="5044591" y="2131053"/>
        <a:ext cx="2137705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4BD28E-DB06-4F0D-860F-1EF80304A7A4}">
      <dsp:nvSpPr>
        <dsp:cNvPr id="0" name=""/>
        <dsp:cNvSpPr/>
      </dsp:nvSpPr>
      <dsp:spPr>
        <a:xfrm>
          <a:off x="608853" y="872173"/>
          <a:ext cx="961967" cy="9619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3E66F-7637-4008-BAB7-28ED4C53F77C}">
      <dsp:nvSpPr>
        <dsp:cNvPr id="0" name=""/>
        <dsp:cNvSpPr/>
      </dsp:nvSpPr>
      <dsp:spPr>
        <a:xfrm>
          <a:off x="20984" y="2131053"/>
          <a:ext cx="21377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Relational database design</a:t>
          </a:r>
        </a:p>
      </dsp:txBody>
      <dsp:txXfrm>
        <a:off x="20984" y="2131053"/>
        <a:ext cx="2137705" cy="720000"/>
      </dsp:txXfrm>
    </dsp:sp>
    <dsp:sp modelId="{2DED7F09-0613-44F1-9F3E-6F4901A3E8AD}">
      <dsp:nvSpPr>
        <dsp:cNvPr id="0" name=""/>
        <dsp:cNvSpPr/>
      </dsp:nvSpPr>
      <dsp:spPr>
        <a:xfrm>
          <a:off x="3120656" y="872173"/>
          <a:ext cx="961967" cy="9619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9C3961-2B49-43BC-A908-82E488D8818B}">
      <dsp:nvSpPr>
        <dsp:cNvPr id="0" name=""/>
        <dsp:cNvSpPr/>
      </dsp:nvSpPr>
      <dsp:spPr>
        <a:xfrm>
          <a:off x="2532787" y="2131053"/>
          <a:ext cx="21377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Structured data storage</a:t>
          </a:r>
        </a:p>
      </dsp:txBody>
      <dsp:txXfrm>
        <a:off x="2532787" y="2131053"/>
        <a:ext cx="2137705" cy="720000"/>
      </dsp:txXfrm>
    </dsp:sp>
    <dsp:sp modelId="{CC47145F-E104-4AE6-B542-E35509C6A4D0}">
      <dsp:nvSpPr>
        <dsp:cNvPr id="0" name=""/>
        <dsp:cNvSpPr/>
      </dsp:nvSpPr>
      <dsp:spPr>
        <a:xfrm>
          <a:off x="5632460" y="872173"/>
          <a:ext cx="961967" cy="96196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3FB961-72B6-4F12-93B6-A01B53D7F786}">
      <dsp:nvSpPr>
        <dsp:cNvPr id="0" name=""/>
        <dsp:cNvSpPr/>
      </dsp:nvSpPr>
      <dsp:spPr>
        <a:xfrm>
          <a:off x="5044591" y="2131053"/>
          <a:ext cx="21377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Efficient tracking and reporting</a:t>
          </a:r>
        </a:p>
      </dsp:txBody>
      <dsp:txXfrm>
        <a:off x="5044591" y="2131053"/>
        <a:ext cx="2137705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5AAC30-546A-4EA2-8CEC-F4440481679E}">
      <dsp:nvSpPr>
        <dsp:cNvPr id="0" name=""/>
        <dsp:cNvSpPr/>
      </dsp:nvSpPr>
      <dsp:spPr>
        <a:xfrm>
          <a:off x="438140" y="646613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1E61ED-7620-4665-8CA0-2CED98F74604}">
      <dsp:nvSpPr>
        <dsp:cNvPr id="0" name=""/>
        <dsp:cNvSpPr/>
      </dsp:nvSpPr>
      <dsp:spPr>
        <a:xfrm>
          <a:off x="716015" y="924488"/>
          <a:ext cx="748125" cy="7481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0D1FB2-90B0-4268-A648-69AC97A0C2DC}">
      <dsp:nvSpPr>
        <dsp:cNvPr id="0" name=""/>
        <dsp:cNvSpPr/>
      </dsp:nvSpPr>
      <dsp:spPr>
        <a:xfrm>
          <a:off x="21327" y="2356613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Retrieve faculty goals</a:t>
          </a:r>
        </a:p>
      </dsp:txBody>
      <dsp:txXfrm>
        <a:off x="21327" y="2356613"/>
        <a:ext cx="2137500" cy="720000"/>
      </dsp:txXfrm>
    </dsp:sp>
    <dsp:sp modelId="{052EC081-A414-46CD-B27D-A21CCA6E406E}">
      <dsp:nvSpPr>
        <dsp:cNvPr id="0" name=""/>
        <dsp:cNvSpPr/>
      </dsp:nvSpPr>
      <dsp:spPr>
        <a:xfrm>
          <a:off x="2949702" y="646613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08B97E-6613-43D0-952D-D0A77EC9289B}">
      <dsp:nvSpPr>
        <dsp:cNvPr id="0" name=""/>
        <dsp:cNvSpPr/>
      </dsp:nvSpPr>
      <dsp:spPr>
        <a:xfrm>
          <a:off x="3227577" y="924488"/>
          <a:ext cx="748125" cy="7481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5E4D4-54EE-487A-858D-288AC943B64C}">
      <dsp:nvSpPr>
        <dsp:cNvPr id="0" name=""/>
        <dsp:cNvSpPr/>
      </dsp:nvSpPr>
      <dsp:spPr>
        <a:xfrm>
          <a:off x="2532890" y="2356613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Track progress</a:t>
          </a:r>
        </a:p>
      </dsp:txBody>
      <dsp:txXfrm>
        <a:off x="2532890" y="2356613"/>
        <a:ext cx="2137500" cy="720000"/>
      </dsp:txXfrm>
    </dsp:sp>
    <dsp:sp modelId="{AF51BF69-D677-4EF8-80D1-9ABAADD582D6}">
      <dsp:nvSpPr>
        <dsp:cNvPr id="0" name=""/>
        <dsp:cNvSpPr/>
      </dsp:nvSpPr>
      <dsp:spPr>
        <a:xfrm>
          <a:off x="5461265" y="646613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A96E9C-9555-4A8A-A361-F8C3F3114675}">
      <dsp:nvSpPr>
        <dsp:cNvPr id="0" name=""/>
        <dsp:cNvSpPr/>
      </dsp:nvSpPr>
      <dsp:spPr>
        <a:xfrm>
          <a:off x="5739140" y="924488"/>
          <a:ext cx="748125" cy="7481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25A65B-A5CF-4037-A76A-6414AB41276A}">
      <dsp:nvSpPr>
        <dsp:cNvPr id="0" name=""/>
        <dsp:cNvSpPr/>
      </dsp:nvSpPr>
      <dsp:spPr>
        <a:xfrm>
          <a:off x="5044452" y="2356613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Join multiple tables</a:t>
          </a:r>
        </a:p>
      </dsp:txBody>
      <dsp:txXfrm>
        <a:off x="5044452" y="2356613"/>
        <a:ext cx="21375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31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 and briefly state that this project focuses on designing a database to track faculty goals and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the system helps organize and track academic goals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Talk about how tracking goals manually can be inefficient and unorganized.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your database solves these problems using structured tables and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relationships: one faculty has many goals, each goal has multiple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that sample data is used for demonstration and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SQL queries allow extracting meaningful insights from the database.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the system outputs useful reports for decision-making.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Reflect on skills gained during this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your project and mention future improvements.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0985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279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104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1200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725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20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761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8732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1783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162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345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3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3600"/>
            </a:pPr>
            <a:r>
              <a:t>Faculty Goals Tracking Database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/>
            </a:pPr>
            <a:r>
              <a:rPr dirty="0"/>
              <a:t>Hamim Shafin</a:t>
            </a:r>
          </a:p>
          <a:p>
            <a:pPr marL="0" indent="0">
              <a:buNone/>
              <a:defRPr sz="2000"/>
            </a:pPr>
            <a:r>
              <a:rPr dirty="0"/>
              <a:t>CIS/CSC 480</a:t>
            </a:r>
          </a:p>
          <a:p>
            <a:pPr marL="0" indent="0">
              <a:buNone/>
              <a:defRPr sz="2000"/>
            </a:pPr>
            <a:r>
              <a:rPr dirty="0"/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pPr>
              <a:defRPr sz="3600"/>
            </a:pPr>
            <a:r>
              <a:rPr lang="en-US" sz="3600"/>
              <a:t>Project Overview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0E04344-90CC-9E57-E09E-D7CFCA4D5A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9455687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pPr>
              <a:defRPr sz="3600"/>
            </a:pPr>
            <a:r>
              <a:rPr lang="en-US" sz="3600"/>
              <a:t>Problem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5F3F045-BEBF-6A3A-44E9-9422212E2D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8517610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pPr>
              <a:defRPr sz="3600"/>
            </a:pPr>
            <a:r>
              <a:rPr lang="en-US" sz="3600"/>
              <a:t>Solution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F2D1A3E-BA1F-A606-B161-D7783BDE46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3097456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AA8B60B6-9FAD-58B7-79AF-A21775A735D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grayscl/>
          </a:blip>
          <a:srcRect l="2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34225" y="443732"/>
            <a:ext cx="60826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2477" y="540921"/>
            <a:ext cx="37304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9144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03" y="1193800"/>
            <a:ext cx="2394787" cy="4699000"/>
          </a:xfrm>
        </p:spPr>
        <p:txBody>
          <a:bodyPr anchor="ctr">
            <a:normAutofit/>
          </a:bodyPr>
          <a:lstStyle/>
          <a:p>
            <a:pPr>
              <a:defRPr sz="3600"/>
            </a:pPr>
            <a:r>
              <a:rPr lang="en-US" sz="3600"/>
              <a:t>Database Design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477" y="1193800"/>
            <a:ext cx="4563818" cy="4699000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t>Faculty Table</a:t>
            </a:r>
          </a:p>
          <a:p>
            <a:pPr>
              <a:defRPr sz="2000"/>
            </a:pPr>
            <a:r>
              <a:t>Goals Table</a:t>
            </a:r>
          </a:p>
          <a:p>
            <a:pPr>
              <a:defRPr sz="2000"/>
            </a:pPr>
            <a:r>
              <a:t>ProgressUpdates Table</a:t>
            </a:r>
          </a:p>
          <a:p>
            <a:pPr>
              <a:defRPr sz="2000"/>
            </a:pPr>
            <a:r>
              <a:t>One-to-many relationships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421" y="6007878"/>
            <a:ext cx="262553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53ABE001-24BD-19A7-D057-EFE4E99F25B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grayscl/>
          </a:blip>
          <a:srcRect r="11001" b="-1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34225" y="443732"/>
            <a:ext cx="60826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2477" y="540921"/>
            <a:ext cx="37304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9144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03" y="1193800"/>
            <a:ext cx="2394787" cy="4699000"/>
          </a:xfrm>
        </p:spPr>
        <p:txBody>
          <a:bodyPr anchor="ctr">
            <a:normAutofit/>
          </a:bodyPr>
          <a:lstStyle/>
          <a:p>
            <a:pPr>
              <a:defRPr sz="3600"/>
            </a:pPr>
            <a:r>
              <a:rPr lang="en-US" sz="3600"/>
              <a:t>Sample Data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477" y="1193800"/>
            <a:ext cx="4563818" cy="4699000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t>Example faculty records</a:t>
            </a:r>
          </a:p>
          <a:p>
            <a:pPr>
              <a:defRPr sz="2000"/>
            </a:pPr>
            <a:r>
              <a:t>Goals assigned</a:t>
            </a:r>
          </a:p>
          <a:p>
            <a:pPr>
              <a:defRPr sz="2000"/>
            </a:pPr>
            <a:r>
              <a:t>Progress updates tracked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421" y="6007878"/>
            <a:ext cx="262553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8684" y="804519"/>
            <a:ext cx="7202456" cy="1049235"/>
          </a:xfrm>
        </p:spPr>
        <p:txBody>
          <a:bodyPr>
            <a:normAutofit/>
          </a:bodyPr>
          <a:lstStyle/>
          <a:p>
            <a:pPr>
              <a:defRPr sz="3600"/>
            </a:pPr>
            <a:r>
              <a:rPr lang="en-US" sz="3600"/>
              <a:t>Queries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8684" y="1853754"/>
            <a:ext cx="720245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0D1310-2079-5ED3-F10A-E065B519AA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9147299"/>
              </p:ext>
            </p:extLst>
          </p:nvPr>
        </p:nvGraphicFramePr>
        <p:xfrm>
          <a:off x="1088231" y="2331497"/>
          <a:ext cx="7203281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5C17F302-1EB6-89AE-15C0-5460DFD143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r="11001" b="-1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34225" y="443732"/>
            <a:ext cx="60826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2477" y="540921"/>
            <a:ext cx="37304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9144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03" y="1193800"/>
            <a:ext cx="2394787" cy="4699000"/>
          </a:xfrm>
        </p:spPr>
        <p:txBody>
          <a:bodyPr anchor="ctr">
            <a:normAutofit/>
          </a:bodyPr>
          <a:lstStyle/>
          <a:p>
            <a:pPr>
              <a:defRPr sz="3600"/>
            </a:pPr>
            <a:r>
              <a:rPr lang="en-US" sz="3600"/>
              <a:t>Output / Reports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477" y="1193800"/>
            <a:ext cx="4563818" cy="4699000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t>Displays progress data</a:t>
            </a:r>
          </a:p>
          <a:p>
            <a:pPr>
              <a:defRPr sz="2000"/>
            </a:pPr>
            <a:r>
              <a:t>Shows completion percentage</a:t>
            </a:r>
          </a:p>
          <a:p>
            <a:pPr>
              <a:defRPr sz="2000"/>
            </a:pPr>
            <a:r>
              <a:t>Generates reports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421" y="6007878"/>
            <a:ext cx="262553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870151-9189-4C3A-8379-EF3D9582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erson writing on a notepad">
            <a:extLst>
              <a:ext uri="{FF2B5EF4-FFF2-40B4-BE49-F238E27FC236}">
                <a16:creationId xmlns:a16="http://schemas.microsoft.com/office/drawing/2014/main" id="{E92D7A46-AFE7-A64C-BC49-1A918480F84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rcRect t="1346" r="-2" b="4012"/>
          <a:stretch>
            <a:fillRect/>
          </a:stretch>
        </p:blipFill>
        <p:spPr>
          <a:xfrm>
            <a:off x="228" y="10"/>
            <a:ext cx="9143772" cy="6857990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123EA69C-102A-4DD0-9547-05DCD271D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34225" y="443732"/>
            <a:ext cx="608265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en-US"/>
            </a:defPPr>
            <a:lvl1pPr marL="0" algn="r" defTabSz="457200" rtl="0" eaLnBrk="1" latinLnBrk="0" hangingPunct="1">
              <a:defRPr sz="2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6A862265-5CA3-4C40-8582-7534C3B03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32477" y="540921"/>
            <a:ext cx="37304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00EF80B-0391-4082-9AF5-F15B091B4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93800"/>
            <a:ext cx="9144000" cy="5664199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87000"/>
                  <a:alpha val="4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03" y="1193800"/>
            <a:ext cx="2394787" cy="4699000"/>
          </a:xfrm>
        </p:spPr>
        <p:txBody>
          <a:bodyPr anchor="ctr">
            <a:normAutofit/>
          </a:bodyPr>
          <a:lstStyle/>
          <a:p>
            <a:pPr>
              <a:defRPr sz="3600"/>
            </a:pPr>
            <a:r>
              <a:rPr lang="en-US" sz="3600"/>
              <a:t>What I Learned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33AC32D-5F44-45F7-A0BD-7C11A86BE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600200"/>
            <a:ext cx="0" cy="3657600"/>
          </a:xfrm>
          <a:prstGeom prst="line">
            <a:avLst/>
          </a:prstGeom>
          <a:ln w="317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477" y="1193800"/>
            <a:ext cx="4563818" cy="4699000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t>Database design concepts</a:t>
            </a:r>
          </a:p>
          <a:p>
            <a:pPr>
              <a:defRPr sz="2000"/>
            </a:pPr>
            <a:r>
              <a:t>Table relationships</a:t>
            </a:r>
          </a:p>
          <a:p>
            <a:pPr>
              <a:defRPr sz="2000"/>
            </a:pPr>
            <a:r>
              <a:t>SQL queries</a:t>
            </a:r>
          </a:p>
          <a:p>
            <a:pPr>
              <a:defRPr sz="2000"/>
            </a:pPr>
            <a:r>
              <a:t>Real-world applications</a:t>
            </a:r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3FBF03E8-C602-4192-9C52-F84B29FDC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2421" y="6007878"/>
            <a:ext cx="2625537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atMod val="80000"/>
                <a:lumMod val="106000"/>
              </a:schemeClr>
            </a:gs>
            <a:gs pos="100000">
              <a:schemeClr val="bg1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F891EB-ED45-44C3-95D6-FFB2EC07F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7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A385B8-7C85-4CE0-AE3A-00EB627B3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9144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153" y="804519"/>
            <a:ext cx="2431365" cy="4431360"/>
          </a:xfrm>
        </p:spPr>
        <p:txBody>
          <a:bodyPr anchor="ctr">
            <a:normAutofit/>
          </a:bodyPr>
          <a:lstStyle/>
          <a:p>
            <a:pPr>
              <a:defRPr sz="3600"/>
            </a:pPr>
            <a:r>
              <a:rPr lang="en-US" sz="2500"/>
              <a:t>Conclusion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9AF263B-E208-40DF-A182-5193478DC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258867" y="890353"/>
            <a:ext cx="0" cy="4572000"/>
          </a:xfrm>
          <a:prstGeom prst="line">
            <a:avLst/>
          </a:prstGeom>
          <a:ln w="317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8397" y="804520"/>
            <a:ext cx="4576919" cy="4431359"/>
          </a:xfrm>
        </p:spPr>
        <p:txBody>
          <a:bodyPr anchor="ctr">
            <a:normAutofit/>
          </a:bodyPr>
          <a:lstStyle/>
          <a:p>
            <a:pPr>
              <a:defRPr sz="2000"/>
            </a:pPr>
            <a:r>
              <a:t>System meets objectives</a:t>
            </a:r>
          </a:p>
          <a:p>
            <a:pPr>
              <a:defRPr sz="2000"/>
            </a:pPr>
            <a:r>
              <a:t>Can be expanded</a:t>
            </a:r>
          </a:p>
          <a:p>
            <a:pPr>
              <a:defRPr sz="2000"/>
            </a:pPr>
            <a:r>
              <a:t>Useful for academic tracking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CC0100C-A457-45B1-8A8B-8740F43EC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9144000" cy="742950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</TotalTime>
  <Words>231</Words>
  <Application>Microsoft Office PowerPoint</Application>
  <PresentationFormat>On-screen Show (4:3)</PresentationFormat>
  <Paragraphs>52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Faculty Goals Tracking Database System</vt:lpstr>
      <vt:lpstr>Project Overview</vt:lpstr>
      <vt:lpstr>Problem</vt:lpstr>
      <vt:lpstr>Solution</vt:lpstr>
      <vt:lpstr>Database Design</vt:lpstr>
      <vt:lpstr>Sample Data</vt:lpstr>
      <vt:lpstr>Queries</vt:lpstr>
      <vt:lpstr>Output / Reports</vt:lpstr>
      <vt:lpstr>What I Learned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Hamim Shafin</cp:lastModifiedBy>
  <cp:revision>2</cp:revision>
  <dcterms:created xsi:type="dcterms:W3CDTF">2013-01-27T09:14:16Z</dcterms:created>
  <dcterms:modified xsi:type="dcterms:W3CDTF">2026-04-17T19:43:46Z</dcterms:modified>
  <cp:category/>
</cp:coreProperties>
</file>